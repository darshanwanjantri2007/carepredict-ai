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ink/ink1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.xml" ContentType="application/inkml+xml"/>
  <Override PartName="/ppt/ink/ink80.xml" ContentType="application/inkml+xml"/>
  <Override PartName="/ppt/ink/ink81.xml" ContentType="application/inkml+xml"/>
  <Override PartName="/ppt/ink/ink9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1365" cy="6858000"/>
  <p:notesSz cx="6858000" cy="12191365"/>
  <p:embeddedFontLst>
    <p:embeddedFont>
      <p:font typeface="Figtree" pitchFamily="34" charset="0"/>
      <p:regular r:id="rId13"/>
    </p:embeddedFont>
    <p:embeddedFont>
      <p:font typeface="Figtree" pitchFamily="34" charset="-122"/>
      <p:regular r:id="rId14"/>
    </p:embeddedFont>
    <p:embeddedFont>
      <p:font typeface="Figtree" pitchFamily="34" charset="-120"/>
      <p:regular r:id="rId15"/>
    </p:embeddedFont>
    <p:embeddedFont>
      <p:font typeface="Red Hat Mono Medium" panose="02010509040201060303" pitchFamily="34" charset="0"/>
      <p:regular r:id="rId16"/>
    </p:embeddedFont>
    <p:embeddedFont>
      <p:font typeface="Red Hat Mono Medium" panose="02010509040201060303" pitchFamily="34" charset="-122"/>
      <p:regular r:id="rId17"/>
    </p:embeddedFont>
    <p:embeddedFont>
      <p:font typeface="Red Hat Mono Medium" panose="02010509040201060303" pitchFamily="34" charset="-120"/>
      <p:regular r:id="rId18"/>
    </p:embeddedFont>
    <p:embeddedFont>
      <p:font typeface="Calibri" panose="020F0502020204030204" charset="0"/>
      <p:regular r:id="rId19"/>
      <p:bold r:id="rId20"/>
      <p:italic r:id="rId21"/>
      <p:boldItalic r:id="rId2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2" Type="http://schemas.openxmlformats.org/officeDocument/2006/relationships/font" Target="fonts/font10.fntdata"/><Relationship Id="rId21" Type="http://schemas.openxmlformats.org/officeDocument/2006/relationships/font" Target="fonts/font9.fntdata"/><Relationship Id="rId20" Type="http://schemas.openxmlformats.org/officeDocument/2006/relationships/font" Target="fonts/font8.fntdata"/><Relationship Id="rId2" Type="http://schemas.openxmlformats.org/officeDocument/2006/relationships/theme" Target="theme/theme1.xml"/><Relationship Id="rId19" Type="http://schemas.openxmlformats.org/officeDocument/2006/relationships/font" Target="fonts/font7.fntdata"/><Relationship Id="rId18" Type="http://schemas.openxmlformats.org/officeDocument/2006/relationships/font" Target="fonts/font6.fntdata"/><Relationship Id="rId17" Type="http://schemas.openxmlformats.org/officeDocument/2006/relationships/font" Target="fonts/font5.fntdata"/><Relationship Id="rId16" Type="http://schemas.openxmlformats.org/officeDocument/2006/relationships/font" Target="fonts/font4.fntdata"/><Relationship Id="rId15" Type="http://schemas.openxmlformats.org/officeDocument/2006/relationships/font" Target="fonts/font3.fntdata"/><Relationship Id="rId14" Type="http://schemas.openxmlformats.org/officeDocument/2006/relationships/font" Target="fonts/font2.fntdata"/><Relationship Id="rId13" Type="http://schemas.openxmlformats.org/officeDocument/2006/relationships/font" Target="fonts/font1.fntdata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18299.000 8691.000,'10.000'0.000,"0.000"-3.000,3.000-17.000,-6.000 5.000,0.000-3.000,5.000-14.000,1.000-5.000,-2.000 4.000,0.000-6.000,-1.000 3.000,0.000-5.000,5.000-30.000,0.000-9.000,-5.000 15.000,0.000-4.000,0.000-15.000,-1.000-4.000,-2.000-3.000,-1.000-2.000,-1.000-24.000,-1.000 1.000,-2.000 49.000,-1.000 0.000,0.000-31.000,-2.000 2.000,-1.000 13.000,-1.000 3.000,-1.000 4.000,0.000 4.000,0.000 6.000,0.000 4.000,0.000 12.000,0.000 3.000,-1.000-6.000,0.000 7.000,1.000 15.000,1.000 2.000,-1.000-3.000,2.000 3.000,-1.000 5.000,2.000 2.000,-1.000 2.000,1.000 2.000,1.000 2.000,-1.000 1.000,1.000-8.000,0.000 1.000,0.000 1.000,0.000 5.000,0.000 1.000,1.000 0.000,-1.000 2.000,0.000-3.000,1.000 6.000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18618.000 8522.000,'0.000'-11.000,"0.000"0.000,0.000 0.000,0.000-5.000,0.000 4.000,0.000-5.000,0.000-11.000,0.000-6.000,0.000-5.000,0.000-6.000,0.000-10.000,0.000-4.000,0.000 5.000,0.000-3.000,0.000-1.000,0.000-1.000,0.000 0.000,0.000-1.000,0.000 0.000,0.000 2.000,0.000 2.000,0.000 2.000,0.000-10.000,0.000 8.000,0.000 7.000,0.000 6.000,0.000 7.000,0.000 5.000,0.000 4.000,0.000 3.000,0.000 2.000,0.000 1.000,0.000 9.000,0.000-2.000,0.000 0.000,0.000-3.000,0.000 2.000,0.000 4.000,0.000-4.000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18149.000 8222.000,'0.000'-11.000,"-7.000"2.000,-4.000 10.000,6.000-22.000,2.000 2.000,-1.000-3.000,0.000-5.000,0.000-5.000,0.000-7.000,1.000 0.000,1.000-4.000,-2.000-21.000,1.000-5.000,-1.000 11.000,1.000-4.000,-3.000-25.000,-1.000-7.000,1.000 18.000,-2.000-3.000,-4.000-28.000,-2.000-3.000,2.000 11.000,1.000-1.000,0.000 0.000,0.000-1.000,1.000 1.000,0.000 1.000,1.000 13.000,1.000 0.000,-3.000-22.000,1.000 3.000,2.000 26.000,-1.000 3.000,-1.000-17.000,0.000 6.000,1.000 16.000,1.000 5.000,1.000 6.000,1.000 7.000,0.000 5.000,2.000 5.000,1.000 5.000,1.000 3.000,0.000 3.000,0.000 4.000,2.000 1.000,-1.000 3.000,1.000 3.000,0.000 1.000,0.000 2.000,1.000 3.000,-1.000 0.000,0.000 3.000,1.000-3.000,-1.000 4.000,1.000-4.000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18637.000 10461.000,'0.000'-12.000,"0.000"0.000,0.000 1.000,0.000 0.000,0.000-3.000,0.000-7.000,1.000 5.000,1.000 1.000,1.000-1.000,2.000-9.000,2.000-4.000,1.000 1.000,0.000-3.000,0.000 3.000,1.000-2.000,2.000-10.000,-1.000 0.000,-1.000 5.000,0.000 1.000,-1.000 3.000,1.000 3.000,2.000-3.000,-2.000 7.000,-1.000 6.000,-3.000 5.000,3.000 1.000,-6.000 22.000,-3.000 0.000,1.000 6.000,0.000-5.000,0.000 2.000,0.000 2.000,1.000 2.000,-1.000 1.000,0.000 1.000,0.000 0.000,0.000 1.000,0.000 0.000,0.000 0.000,0.000 0.000,0.000 0.000,0.000 0.000,0.000 0.000,0.000 0.000,0.000-1.000,0.000 1.000,0.000 0.000,0.000-1.000,0.000 1.000,0.000-1.000,0.000 1.000,0.000-9.000,0.000 0.000,0.000 1.000,0.000 0.000,0.000 5.000,0.000 0.000,0.000 5.000,0.000-1.000,0.000-3.000,0.000-1.000,0.000-3.000,0.000-3.000,0.000 3.000,0.000-4.000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18937.000 10386.000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18937.000 10386.000,'0.000'-11.000,"-4.000"21.000,-5.000-5.000,-2.000 1.000,2.000 1.000,1.000 0.000,3.000 2.000,1.000 0.000,-1.000 1.000,-6.000-7.000,-2.000 2.000,-3.000 3.000,7.000-3.000,-7.000 3.000,3.000-1.000,0.000 0.000,1.000 0.000,-7.000 1.000,7.000-3.000,-1.000 0.000,0.000 0.000,-1.000 1.000,0.000-1.000,2.000-1.000,2.000 0.000,-5.000 0.000,4.000-1.000,0.000-4.000,-5.000 1.000,5.000 0.000,-1.000-1.000,1.000 2.000,25.000-7.000,-5.000 2.000,1.000-2.000,2.000-1.000,21.000-13.000,6.000-5.000,1.000-2.000,-7.000 5.000,0.000 0.000,-1.000-1.000,9.000-7.000,-10.000 7.000,-1.000 0.000,-3.000 1.000,-8.000 6.000,-1.000 1.000,8.000-10.000,-4.000 4.000,-4.000 2.000,-4.000 4.000,-4.000 3.000,-3.000 2.000,1.000-2.000,-8.000 1.000,-7.000 2.000,2.000 18.000,-9.000 6.000,4.000-6.000,-4.000 4.000,-2.000 1.000,-6.000 7.000,-2.000 2.000,5.000-6.000,-4.000 3.000,0.000 1.000,2.000-3.000,0.000 0.000,3.000-2.000,0.000-1.000,-2.000 2.000,0.000-2.000,-3.000 1.000,2.000-3.000,3.000-3.000,3.000-2.000,2.000-2.000,1.000 0.000,-4.000 2.000,7.000-2.000,-5.000 5.000,4.000 2.000,-1.000 2.000,0.000 5.000,5.000-10.000,0.000 1.000,-1.000 0.000,1.000 1.000,-3.000 4.000,-1.000-1.000,2.000-3.000,-1.000 0.000,2.000-1.000,-2.000 2.000,1.000-1.000,2.000-3.000,-3.000 3.000,-1.000-12.000,4.000-9.000,0.000-2.000,1.000-2.000,-1.000-6.000,-1.000-6.000,-2.000-6.000,1.000-3.000,-1.000-6.000,0.000-5.000,-2.000-9.000,-1.000-4.000,2.000 6.000,0.000-3.000,0.000 1.000,2.000 0.000,-3.000-16.000,3.000 5.000,4.000 32.000,1.000 2.000,-1.000-7.000,2.000 3.000,-1.000 1.000,2.000 5.000,0.000 1.000,1.000 3.000,0.000 6.000,1.000 6.000,0.000-3.000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17718.000 7368.000,'0.000'-11.000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17718.000 7349.000,'0.000'-11.000,"0.000"28.000,0.000-6.000,0.000 11.000,0.000 6.000,0.000 0.000,0.000 2.000,0.000 7.000,0.000 2.000,0.000 0.000,0.000 0.000,0.000 5.000,0.000-7.000,0.000-2.000,0.000-1.000,0.000-3.000,0.000-6.000,0.000-4.000,0.000-5.000,0.000-3.000,0.000-3.000,0.000 2.000,0.000-1.000,0.000-1.000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16724.000 10424.000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16724.000 10424.000,'-11.000'0.000,"26.000"1.000,-2.000 1.000,1.000 0.000,3.000 1.000,-1.000 1.000,3.000 2.000,2.000 1.000,-1.000 0.000,-3.000-1.000,1.000-1.000,-1.000-1.000,-2.000-1.000,0.000 0.000,2.000-2.000,3.000 2.000,0.000 0.000,1.000-1.000,-2.000 1.000,2.000-1.000,-5.000 0.000,2.000 0.000,13.000 3.000,-1.000 1.000,-7.000-1.000,4.000 0.000,1.000-1.000,1.000 1.000,0.000-2.000,-1.000 1.000,4.000 2.000,-2.000 1.000,0.000-1.000,-2.000 0.000,-8.000-1.000,8.000 1.000,-2.000 1.000,-5.000-3.000,6.000 0.000,1.000-1.000,-2.000 0.000,-1.000-1.000,-2.000-1.000,9.000 0.000,-2.000 0.000,-11.000-1.000,-2.000 0.000,7.000 0.000,-5.000 0.000,-4.000-1.000,-4.000 1.000,2.000-1.000,-14.000-10.000,1.000 0.000,0.000 0.000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17812.000 10499.000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17812.000 10499.000,'8.000'4.000,"1.000"1.000,0.000-1.000,1.000 2.000,-1.000 1.000,3.000-1.000,-3.000-2.000,4.000 1.000,3.000 1.000,11.000 3.000,4.000 1.000,1.000 0.000,1.000-1.000,2.000-2.000,-9.000-2.000,1.000 0.000,7.000-1.000,-4.000 0.000,-5.000-2.000,-5.000-1.000,-4.000 0.000,-4.000-1.000,1.000-1.000,-3.000-1.000,-1.000 5.000,3.000 3.000,2.000 1.000,-1.000 1.000,-1.000-2.000,3.000-1.000,-4.000-2.000,-1.000-2.000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18412.000 10330.000,'0.000'-12.000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18412.000 10311.000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18243.000 10536.000,'11.000'0.000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18262.000 10536.000,'0.000'-11.000,"7.000"3.000,4.000 8.000,1.000 0.000,-1.000 1.000,5.000-1.000,-1.000 0.000,8.000 0.000,8.000 0.000,4.000 0.000,2.000 0.000,1.000 0.000,1.000 0.000,-5.000 0.000,-5.000 0.000,-8.000 0.000,-5.000 0.000,-4.000 0.000,-1.000 0.000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18618.000 10368.000,'0.000'10.000,"0.000"2.000,-3.000 3.000,-1.000 4.000,2.000-9.000,0.000 2.000,-1.000 1.000,0.000 1.000,1.000-4.000,-2.000 7.000,0.000 0.000,1.000-4.000,1.000-1.000,0.000 0.000,1.000 0.000,-1.000-1.000,1.000 3.000,0.000-1.000,1.000-1.000,0.000 3.000,0.000 2.000,-1.000-2.000,-2.000-1.000,0.000-2.000,0.000-1.000,0.000 3.000,0.000 2.000,2.000-2.000,-2.000-3.000,-2.000 1.000,-1.000-3.000,-4.000-5.000,-1.000-4.000,9.000-14.000,1.000-3.000,1.000 6.000,-1.000 0.000,0.000-2.000,-1.000-3.000,-1.000-1.000,-2.000-5.000,0.000 0.000,2.000 8.000,-3.000-7.000,1.000-1.000,0.000 6.000,0.000-1.000,-1.000-6.000,-2.000 1.000,3.000 8.000,0.000 0.000,-1.000-4.000,1.000-2.000,-1.000 1.000,2.000 4.000,0.000 0.000,0.000 2.000,0.000 1.000,1.000 1.000,-1.000-1.000,0.000 2.000,-4.000-4.000,0.000 3.000,3.000-1.000,3.000-2.000,2.000 1.000,0.000 2.000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18393.000 10275.000,'0.000'10.000,"0.000"2.000,0.000-1.000,0.000 4.000,0.000 3.000,0.000-3.000,0.000 0.000,0.000 1.000,0.000-6.000,0.000 8.000,0.000-4.000,0.000-2.000,0.000 4.000,0.000-4.000,0.000-1.000,0.000 0.000,0.000 0.000,0.000 0.000,5.000-1.000,2.000-1.000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18412.000 10538.000,'-8.000'-8.000,"0.000"0.000,0.000 0.000,-1.000-3.000,2.000 3.000,-2.000-2.000,-5.000-5.000,-3.000-3.000,-2.000-2.000,-1.000-1.000,-2.000-2.000,-1.000-2.000,-1.000 0.000,0.000 0.000,-1.000-2.000,1.000 1.000,1.000 2.000,4.000 3.000,1.000 0.000,-4.000-4.000,3.000 2.000,3.000 3.000,1.000 2.000,4.000 6.000,1.000 1.000,0.000-1.000,1.000 1.000,2.000 2.000,-2.000-2.000,1.000 2.000,1.000 1.000,-4.000-1.000,1.000-1.000,7.000-1.000,2.000 0.000,-3.000 1.000,-7.000 11.000,-1.000-1.000,2.000 4.000,1.000 2.000,3.000 2.000,3.000 3.000,2.000 5.000,1.000-1.000,0.000-3.000,0.000-2.000,0.000 0.000,0.000 1.000,0.000-1.000,0.000 7.000,0.000 0.000,1.000-2.000,-1.000-3.000,0.000 2.000,0.000-1.000,0.000-1.000,0.000-2.000,0.000 1.000,0.000 1.000,5.000-2.000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17887.000 10238.000,'7.000'7.000,"0.000"0.000,-1.000 3.000,5.000 1.000,3.000 2.000,-3.000-3.000,1.000-1.000,-2.000-1.000,0.000 2.000,0.000-2.000,1.000 0.000,-2.000-1.000,1.000 0.000,-1.000 0.000,3.000 1.000,-1.000 2.000,3.000-1.000,-1.000 0.000,0.000 0.000,0.000-1.000,0.000 1.000,0.000-1.000,-2.000 0.000,-2.000-2.000,6.000 4.000,-1.000-1.000,-3.000-1.000,0.000-3.000,-1.000 0.000,0.000 0.000,1.000 1.000,-2.000-2.000,2.000-1.000,0.000-2.000,1.000-1.000,-2.000 0.000,1.000 0.000,-4.000 6.000,-6.000 3.000,7.000 1.000,3.000-2.000,-1.000-5.000,0.000 1.000,1.000 1.000,0.000 0.000,0.000-2.000,-1.000 2.000,-2.000 0.000,4.000 1.000,2.000-2.000,-2.000-3.000,-1.000 0.000,2.000-1.000,-2.000 0.000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18468.000 10575.000,'0.000'-11.000,"-4.000"-1.000,-6.000 0.000,2.000 1.000,0.000 0.000,1.000 1.000,1.000 1.000,-3.000-3.000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18412.000 10481.000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18412.000 10481.000,'-11.000'0.000,"0.000"0.000,0.000-3.000,5.000-6.000,6.000-2.000,-5.000-5.000,-8.000-17.000,-1.000-3.000,0.000-1.000,1.000 5.000,2.000 5.000,3.000 5.000,1.000 6.000,2.000 4.000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17193.000 10331.000,'0.000'-11.000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17193.000 10313.000,'10.000'0.000,"0.000"0.000,1.000 3.000,7.000 5.000,-7.000-2.000,1.000 0.000,2.000 1.000,7.000 1.000,0.000 0.000,2.000 0.000,1.000 2.000,0.000-1.000,-2.000 1.000,0.000-1.000,-10.000-3.000,0.000-1.000,-1.000 0.000,0.000-1.000,7.000 4.000,-1.000-1.000,0.000-1.000,-2.000-1.000,-2.000 0.000,-3.000-2.000,3.000 2.000,-4.000-1.000,-3.000 4.000,3.000-4.000,7.000 2.000,1.000 1.000,-3.000 2.000,-5.000-1.000,2.000 1.000,2.000 0.000,-1.000-3.000,-3.000-1.000,2.000 2.000,1.000 1.000,2.000 1.000,-5.000-4.000,1.000 3.000,-1.000-2.000,0.000 1.000,0.000 0.000,-1.000 0.000,5.000 4.000,2.000-1.000,-1.000 1.000,-2.000-1.000,-5.000-4.000,8.000 4.000,-2.000-1.000,-1.000-2.000,-1.000-2.000,-2.000-1.000,0.000-2.000,1.000-2.000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6:38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17362.000 10425.000 767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6:41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17362.000 10425.000 767,'11.100'0.000'0,"2.187"2.049"-3,-0.172 2.216 1,0.701-0.323 0,0.366-0.080 0,1.519 0.173 1,2.135 0.561-1,-0.783-0.001 0,-1.477-0.075 0,-1.812-0.114 0,-1.895-0.134 1,-1.385-0.097 1,3.684 2.167 1,-4.180-0.941 2,1.065-5.860 2,2.355 0.459-3,-0.046 0.699-1,4.483 1.096-1,1.148 0.849-3,2.518 1.103 0,-6.479-0.765 0,0.645 0.552 1,5.814 1.782 0,-0.173 0.178-1,2.371 0.521 2,-0.476-0.471-1,2.539 0.232 2,-3.678-1.089 0,-4.101-1.072 2,-3.998-0.971-2,3.800 0.346 1,-6.449-2.249-1,-0.125-1.971 1,0.340 1.237 0,2.104-0.007 3,-1.092 0.000 1,3.017 0.000 0,-3.144 0.000-7,1.070 0.000 0,2.980 0.537 0,1.026 0.867 0,4.237 2.176 1,-3.987-0.057 0,-0.133 0.302 0,-0.475 0.036 0,-0.698-0.156 0,-0.403-0.287 1,-0.170-0.366 0,4.175 0.357 0,-2.659-0.752 2,-3.094-0.691-1,-3.086-0.590-1,3.186 0.046-1,-3.038-2.184 3,0.600 2.838-1,6.275 8.027 3,-7.241-5.146-2,3.311 1.079-2,-0.001 0.164-2,0.682 0.713 0,0.132 0.071 0,-0.246-0.369 1,-2.035-1.243 1,-0.432-0.615-1,-0.466-0.663 1,-0.471-0.664-1,0.798-0.326 3,-1.142-0.754-1,7.483 0.505 1,-4.454-1.746-1,-2.984-0.989 0,3.227-0.646 1,-0.873 0.034-1,3.138 0.024-2,0.791 0.130 0,-1.726 0.150 1,-3.712 0.107 1,-0.712 0.065-1,0.926 0.068-1,-0.299-0.042 0,1.937-0.010 2,-2.283 0.000 3,0.842 0.000-4,-0.940 0.000-1,-0.470 0.000 1,3.929 0.000 2,-3.907 0.000-1,5.475 0.000-4,2.435 0.000 0,2.884 0.000 2,-5.793 0.000 0,-1.176 0.000 1,-1.972 0.000-1,6.082 0.000 0,-4.838 0.000 0,-2.442 0.000 2,2.042 0.000 4,0.575 0.000-2,1.800 0.000-5,2.704 0.000 0,-1.450 0.000 0,-5.825 0.000 3,-0.318 0.000-1,0.331 0.000 0,2.128 0.000 4,0.449-3.310-2,0.119-3.962-2,-0.720 1.481-2,-1.223 2.851 1,-1.163-3.530 2,-2.026-5.140 0,-1.570 3.151-1,3.376-0.686-1,0.539 0.218 1,0.731 2.175 0,2.228-0.562-1,-2.520 1.254 1,-0.769 1.276 1,-0.418-2.008-3,-2.015-2.109 4,1.216-2.542-1,-0.715 0.948-4,0.473 1.492 2,1.791-2.080 0,1.160 0.813 3,-2.591 2.033-2,-0.644-2.009 0,-5.016-0.786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6:42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18824.000 10350.000 767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6:43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18824.000 10350.000 767,'11.035'0.000'0,"2.690"0.000"-4,2.234 0.000 3,-4.834 0.686-1,0.861 9.698 1,-6.195 4.370 1,-2.000 6.771-1,-2.265-2.768-1,-0.599 1.741 0,-0.466-3.680 1,-0.228-0.404-1,-0.159-1.965 1,-0.150 3.604 0,-0.102-2.083 0,-0.047-2.444 3,-0.009-2.462 0,-0.184 4.575-1,0.029-3.344-1,0.227-0.866 4,0.195 0.846 2,-0.017-0.549-7,-0.016-0.072 0,0.000-25.060 2,0.000-3.350-1,0.000-1.390-3,0.041-8.103-1,0.063 10.776 3,0.069 1.944 0,0.070 2.385 0,0.415-4.027 0,8.119 8.228 2,2.629 7.408 1,1.573 12.487 6,-4.712 4.375-10,-2.280 0.388-1,0.435 0.807 1,-2.999-7.316 1,0.533 3.506 1,-0.499-0.166-1,-0.575-0.711 0,-0.401-0.330 1,-0.651-2.304-1,0.268 4.174 2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6:47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17782.000 8158.000 767,'12.549'0.000'0,"0.183"0.000"-4,0.255 0.000 2,1.487 0.000 2,-2.118 0.000-2,-0.056 0.000 2,3.484 0.000 1,0.938-0.400-3,0.556-2.937 1,-2.183-6.742 0,-8.835 0.743 0,-1.496-1.658 1,-0.708-3.214 0,0.046-9.691-2,-0.998-4.886-1,-1.427-1.190 0,-1.247-4.844-1,-1.287-4.165 0,-1.253-3.486-1,-1.593-3.236 0,-1.762-2.907 1,-1.773-2.513-1,-1.700-2.113 1,-1.189-1.752 1,-0.769-1.413 0,-0.413-1.105 0,-0.138-0.833 1,-0.360-0.578 0,-0.499-0.367 0,-0.556-0.225 1,-0.565-0.112 1,-0.171 0.374-1,0.120 0.702 1,0.341 1.302 0,0.486 1.671 0,1.997 8.058 0,0.389 0.742 0,-2.351-11.655 2,0.642 2.642 1,3.355 13.993 0,0.829 1.205-2,-0.733-9.686 1,1.517 2.294 0,2.141 11.835 0,0.324 0.683 1,-0.627-9.678-1,0.762 0.495 0,1.144 9.931 0,-0.066-0.545-1,-1.342-9.628 0,-0.492 1.994-2,-0.992-3.377 0,0.493 5.768 0,0.781 6.024 0,1.085 7.540 4,0.779 5.011 0,0.721 4.405 2,0.529 3.185 0,-0.046-2.231 10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6:49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18366.000 7658.000 767,'-5.457'-10.914'0,"0.092"0.185"0,0.076-0.649 0,-1.174-7.797-8,0.705 1.196 5,-1.742-6.053 0,-1.666-5.935 0,-1.531-5.947-2,-1.364-5.676-1,-1.579-6.016-1,-1.663-5.976 1,0.658 2.362 0,-1.312-4.409 1,-6.721-22.501-3,-1.601-4.279 1,1.408 6.442 0,-1.418-2.665 2,-0.643-1.724 0,-0.060-0.978 0,0.332 0.381 2,0.600 1.330 0,1.181 2.742 2,1.545 3.622 0,1.703 3.673 1,1.738 3.539 2,2.081 4.053 2,2.226 4.230 1,1.824 3.777 3,1.453 3.278-2,1.145 3.946-2,0.869 4.236 2,1.809 8.546 0,0.812 3.029-3,-0.785-4.743-1,0.444 3.409 4,1.189 6.153 2,0.597 2.280-2,0.225 1.569-4,-0.053 0.990-1,0.155 0.931 1,0.293 0.844 1,0.378 0.720-2,0.423 0.597-1,0.433 0.907 0,0.420 1.083 1,0.390 1.135 0,0.354 1.117-1,0.309 1.054 1,0.261 0.957 0,0.200 0.171 1,0.107-8.372 1,0.437 4.374-1,0.186 3.203-1,0.206-4.861 1,-0.197 4.198 0,-0.057-1.732-3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8:14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18710.000 10591.000 767,'10.836'2.063'0,"3.088"0.549"0,0.830-0.280 0,3.416-0.247 0,-0.319-0.631-10,1.003-0.485 8,-1.247-0.422 2,3.518-0.252-1,-9.656-0.243 2,6.345-0.093-1,-6.767-0.072-1,0.080-0.154 2,3.910-2.123 2,-3.701-1.715 1,3.883-1.005-6,1.455-1.069-1,-1.608-0.791 1,-3.697 0.831 2,-0.880 0.125 2,-2.601-1.922 1,-4.702-2.597-1,1.271-2.440-3,-0.217 0.824 0,0.344-2.936 0,0.082-4.576-1,-1.785 3.093 3,-1.438 4.368-1,-0.870 0.685 1,-0.835 0.401 1,-0.055-1.920 0,0.200 1.902-3,0.127 25.636 4,-0.010 1.841-6,0.000-2.464 1,0.357-2.020 0,2.911 2.453 3,1.578-1.204 2,-1.319-23.703-1,-3.527-0.729-1,0.000-2.038-3,0.000-3.172 0,0.000-6.039 0,0.000 10.382 0,0.000-0.030 0,0.000 0.247 0,0.000-7.864 0,-0.033 6.444 1,-0.051 2.100 2,-0.252-4.643 3,-0.875 4.253-3,-11.346 15.131 3,1.294 3.424-2,0.017 1.693-4,-1.969 5.087 0,3.535-1.888 1,-2.746 4.354 0,2.352-1.028 2,-0.035-0.082-1,-0.231 0.675-1,4.141-5.200 2,-4.112 7.051-2,2.665-6.009 1,-1.261-2.441 3,7.548-20.651 2,1.359-5.763-7,0.000-2.514-1,0.283-1.155 0,1.524-0.715 1,1.499-2.107 1,-0.739 11.845 1,3.431-7.468 0,-1.178 6.820 1,-1.365 1.402 1,-13.675 18.277 7,10.020 9.452-11,0.177-1.632 0,0.041 0.426 0,0.019 0.252 0,0.008 1.720 1,0.001 1.135 1,-0.010-1.683 1,0.051-4.390-1,0.792-1.126 1,10.016-13.068 3,2.925 1.551-1,-0.337-1.472-5,3.544-1.246-1,0.758-1.759 0,-0.537-1.846 1,-0.982-0.193 2,-1.512 0.696 0,-1.934-0.451 1,-1.119 0.680 1,-0.519 1.292-1,1.109 1.324 0,-7.524 13.610 2,-4.747 2.508-2,-0.020-0.590-2,0.000-1.246 1,-9.461-2.689 1,-2.172 0.220-2,0.830-1.758-1,-0.761-0.480 0,-5.020 3.232 1,1.668-1.052 0,2.100-1.273 1,-1.546 1.693 0,-2.530 2.568 1,5.288-3.541-1,1.464-2.372 0,2.767-14.428 1,5.792-4.194 1,1.279-2.049-1,0.214 0.309-3,0.019-3.905 1,-0.229 0.089-1,-0.308 5.952 1,-1.853 1.943 1,-6.939 18.190 4,0.757 6.386-2,-2.072 1.117-4,1.993-3.395-1,-0.693 0.986 2,0.531-0.870-1,-0.538 0.411 1,1.008-1.506 0,-0.040-0.162 0,-2.346 2.544 0,0.300-0.680 0,0.082-0.374 1,1.056-1.425 0,1.163-1.483 1,-4.819 4.887 1,5.344-4.848-1,-1.208 1.252 4,-3.267 1.295-1,-1.048-1.262-6,-5.237 2.670 0,7.737-5.581 0,-0.743 0.305 1,-0.577 0.442 0,-0.435 0.519 0,-0.311 0.268-1,-0.210 0.073 1,-2.697 1.675 1,1.326-1.160-1,1.729-1.445 1,1.857-1.521 0,-5.611 2.409 0,4.217-4.468 3,12.273-16.571 6,0.246-3.879-9,-0.311 1.907-1,-0.044-5.206 0,-0.020 6.886-1,-0.004 0.856 0,-0.001-0.416 1,-0.003-0.324 1,0.000-0.242-1,0.284 0.131 0,0.472 0.394 1,0.608 0.253 0,0.673 0.144 1,2.059-3.066-1,1.207 1.347 1,1.000 1.577-1,1.920-1.902 0,2.149-0.079 0,-2.907 5.086 2,1.471-1.586 1,2.947-1.114-1,-0.777 1.065-3,-2.874 1.465 1,1.706-3.688 0,-2.400 1.804 0,0.198 1.532 0,2.851-0.665 0,-0.427 1.855 1,-5.287 20.393 1,-4.853 2.490-3,-0.285-1.791-1,-1.526 0.386 2,-0.992 1.610-2,-1.285-1.736 2,-0.996 0.046-1,-2.340 1.640 1,0.373-2.579 1,0.502-1.360-1,-4.222-8.467 4,-0.401-6.757-2,-1.514-1.121-4,0.422 0.553 2,0.731 1.692-1,-0.411 2.485 2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8:50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17480.000 10403.000 767,'11.199'0.000'0,"0.168"0.000"-4,1.309 0.000 2,-0.158 0.000 2,2.792 0.000 0,-3.415-1.926 0,0.044-1.630 1,0.677-1.189-2,-1.536 0.441 1,1.652 0.233-1,-0.394 1.116 0,0.240 0.910 1,0.070 0.786 0,1.833 0.564 0,-0.571 0.529 0,0.309 0.396 0,-2.573 0.223 1,-0.189-0.411 2,2.348-0.045-4,1.494 0.003 0,-0.653 0.000 1,0.370 0.000-1,-0.834 0.000 1,-1.954 0.000-1,-0.658 0.234 0,0.393 1.584 2,0.301 1.066-1,0.195 0.252 0,1.420-0.505 0,-0.549-1.027 0,1.611-0.674 0,-2.056-0.705 2,2.043 0.765-2,-1.657 2.673-1,-2.122-0.258 2,4.079-0.728 0,-3.064-1.699-1,-0.308-0.768 0,-0.497-0.301 0,3.485-0.034 0,2.035 0.030-2,-3.147 0.053 2,1.481 0.323 0,1.799 1.661-3,0.640 0.753 3,0.026-0.200-1,2.705-0.267 0,-8.866-1.232 1,5.657 0.224-1,4.399-0.265 0,-10.013-0.361 2,8.930 1.725 2,-6.363 0.317-4,-2.992-0.194 2,1.650 0.023 1,0.498-1.017 1,0.366-0.837-4,-0.884-0.545 0,1.482-0.205 2,-0.913-0.008-1,-0.657 0.049 0,-1.353 0.062 0,0.141 0.020-1,2.020 0.014 0,-0.663 0.011 3,-0.789-0.005 0,0.180-0.004-2,1.465 0.000-2,-2.364 0.000 2,-0.290 0.000 0,0.155 0.000 1,1.091 0.000-2,0.689 0.000 2,-1.158 0.000-1,2.222 0.000 0,-2.249 0.000-1,2.003 0.000 0,-2.240 0.000 3,2.449 0.000-1,-0.396 0.000-3,-1.920 0.000 2,0.672 0.000 2,-0.153 0.000-2,1.499 0.000-2,0.249 0.000 1,-1.587 0.000 0,3.976 0.000 1,-1.051 0.000-1,0.343 0.000 0,-4.319 0.000 1,1.745 0.000 3,-1.837 0.000-1,0.493 0.000-1,-0.560 0.000-2,-0.042 0.000 1,-0.049 4.136 1,-2.207 2.710-1,-2.315 3.775-1,-2.332 2.005 0,-2.289-0.499 0,-1.511-0.648 1,-0.752 2.348 2,0.032-2.582-2,0.191-0.016 0,0.159 0.552 1,-1.148-0.425 0,-4.932-1.331-2,-1.177-0.137 1,-3.934-10.412-1,2.806-9.896 1,5.163-0.789 0,2.000-3.800-1,1.041 3.601 2,1.277-1.557-2,1.416-1.758-1,1.029-5.062 2,-0.579 3.670-1,0.595 4.624 0,0.308 0.912 2,0.134-0.945 1,1.054 0.199-1,2.238 1.420-2,0.688-0.709 2,-2.480-1.201-1,0.491 0.032 0,0.782-1.416 0,1.807 0.037 0,-0.059 5.325-1,0.060 0.340 4,-5.626-3.112-3,4.685 2.497 0,3.816 7.479 0,0.391 0.701 0,1.285 3.104 0,-4.367 6.915-1,-0.031 2.542-1,-0.851 0.075 1,0.481 4.433 0,-3.181-2.786 1,-2.427-3.493 0,-1.296 1.168 1,-10.168-5.000 2,-2.437-14.566-2,6.365-5.498-1,0.858 0.218-1,-1.174 0.395 1,1.679 1.644-1,1.829-0.130 1,1.610-2.110 4,0.226 26.803-4,-0.272 0.434-3,0.000 2.112 3,0.000-5.156-2,0.000 2.257 2,-2.373 0.775 1,-1.738-3.046-1,0.654-0.349 0,0.650 0.041 0,-3.529 3.518 0,-0.799-1.902-1,1.368-0.900 1,0.802 0.052 0,3.924-0.625 0,-12.067-14.648 4,5.702-11.266-6,3.955 1.165 0,2.199 2.669 2,0.719-2.381 0,0.519 1.552 1,0.282-2.868-1,-0.028 1.883 0,-0.062-2.230 0,-0.063 2.600 0,5.904 3.197 1,0.743 22.427 0,-6.535 0.351-2,-0.188-0.537 0,-0.037 0.631 1,-0.016 0.881-1,-0.005 0.103-1,-0.001 0.076 1,-0.304 1.185 2,-2.506 2.706-2,-3.196 0.216 0,-0.571-4.253 1,-0.106-1.660 1,0.745-2.829 3,-4.444-1.546-2,-1.305-0.318-3,3.098-1.176 0,-1.227 2.681 0,3.814-0.007 1,-3.265-1.808 4,-2.047-7.481-5,-0.138-0.698 0,0.864-7.759 2,5.878-5.916-2,2.544 0.758 0,0.008 1.463 0,-3.343-1.344 2,1.556 2.614 0,1.811-1.154-1,2.417-1.161 2,-0.108 1.228-3,-0.165 26.308 2,0.010-1.412-3,0.000 2.241 0,-0.217 0.989-1,-1.966 0.208 2,-4.358 1.338 1,-3.375-0.126-1,4.115-8.100 0,-2.397 3.708 1,0.544-1.179 0,0.959-1.808-1,-3.331 4.467 0,2.177-4.984 1,-4.094-11.453 4,0.261-4.355 3,1.420-6.412-9,1.627-0.996 2,1.419-1.414-1,-0.298-2.578 0,1.815 3.051-1,1.363 1.747 1,0.750-2.106 2,1.828-1.463 3,1.414 2.703-5,0.641 0.165 1,0.479 1.913 0,10.011 14.365 5,-3.240 5.645-7,-0.229 4.321 0,-6.039-1.336 3,-7.607-1.997-1,-5.690-10.051 0,4.370-10.571 2,4.289-7.564-4,0.601 5.283 0,-0.918-3.757-1,0.059 0.232 0,0.338 1.174 1,0.482 1.684 1,0.531 1.856 0,-0.789-6.470 13,1.288 5.267-16,2.405 24.575 8,-0.659-0.441-1,-5.254 2.165-5,0.021-2.641 1,-2.092 5.922-1,-0.617 2.607-1,0.080 0.282 2,0.174-0.950-1,-1.754-0.889 3,-1.074-2.065 0,2.863-4.219 1,1.745-21.072 2,5.982-1.991-3,-0.065-1.518-1,0.008-4.801-2,0.055-8.801-1,0.087 10.544 0,0.097 1.605 1,0.093 2.209 0,0.578-5.468 1,0.875 5.688 0,9.987 13.705 4,-2.016 4.490 2,-1.236 2.812-1,-0.741 2.673-5,0.026 8.198 0,-4.555-7.595 0,-0.479 0.956-1,-0.247 2.087 1,-0.553-0.178-1,-0.608-2.148 1,-0.339-0.673 0,-0.179 2.199 1,-0.387-2.207-1,-0.287 5.211 4,-0.674-4.608 0,-7.245-4.367 2,-2.094-16.181-2,4.701-3.135-4,-1.259-2.487-1,-1.051-3.372-1,-0.711-1.406 1,1.047 3.855 1,1.215 3.991 1,0.806 21.839 9,2.834 5.210-11,-0.720-1.888 0,-1.778 1.564 1,-1.880 1.840-2,-3.806 2.373 3,4.114-9.106-2,-5.089 6.525 0,4.112-8.327 2,-4.875 4.127 0,3.811-5.830 4,-0.900-1.272-3,-2.672-2.912 3,3.433-10.924-2,1.559-7.516-4,3.506 1.574 1,-0.873-4.508 1,1.015-0.139-1,1.067 2.450 0,0.742 0.678 0,0.632 0.135 2,0.564 2.562 0,0.345-2.103 0,0.195 2.045 1,8.500 5.209 0,-1.279 18.228-2,-1.711 1.343-2,-1.011-2.066 1,0.579 1.279-1,2.926 8.173-1,-3.904-7.677 2,-0.424 0.438 0,0.467 3.770-1,-0.908-1.850 2,-0.852-2.461 0,0.514 4.461 3,-2.479-28.345 1,4.016 0.206-2,-1.018-0.027-1,2.412-5.755-3,-1.099 3.062 0,-0.764 0.735 2,-2.765 1.918 1,-1.874-1.241 3,0.221 1.224-4,-6.259 0.732 1,-3.493 5.113-2,2.725-5.644 2,5.943 23.034 0,1.299 1.084-3,-2.117 2.156 0,-2.901-0.399 1,-4.615 5.932 0,3.952-8.790-1,-4.349 6.290-1,1.521-5.473 2,0.319-1.716-1,0.815-2.013 2,-4.148 2.817 2,1.769-5.615-1,2.176-15.007 1,6.515-4.916 4,0.751-4.711-7,0.206 5.467-1,0.007-9.830-1,0.030-5.702-1,0.032 3.737 0,0.012-2.432 1,0.011 2.143-1,0.006-1.888 1,0.008-12.176-1,0.006-2.133 0,0.365-6.126 1,0.580 0.716 1,0.227 11.737-1,0.519 1.585 1,1.704-12.591 0,0.183 7.334 1,-0.195 7.743 4,-0.411 7.329 0,-0.505 6.444 1,-0.524 5.352 0,0.555-0.341 4,9.861 8.508 2,2.274 0.454 3,-0.893 2.590-15,-2.518 1.555 1,0.919 1.949 1,-1.122 3.624 0,-0.341 4.801 1,-0.999 4.635-2,-2.048 3.811-1,-4.672-8.702 1,-0.545 0.569 0,-0.504 0.453 1,-0.447 0.349-1,-0.309 1.477 1,-0.400-0.505-1,-0.337-2.062 1,-0.122 9.556 0,-0.430-2.151 1,-0.576-0.072 1,-1.760-0.316-3,-0.408-1.114 2,0.100-1.585-1,-1.321-0.357 0,-2.326 1.801 0,-2.064-0.144 0,-1.647-0.720-1,-1.557-0.978 1,-4.833 1.128 0,7.408-8.518 0,-5.524 3.510-1,5.311-4.859 1,-0.016-0.535 0,-2.244-4.810 2,-1.248-9.883 3,2.449-1.377-6,0.116-0.362 1,0.515 2.415 4,-0.371 1.910-7,16.941 15.480 6,-4.833 5.012-4,-1.378 1.802-1,-0.234 6.183 0,-0.252-8.568-1,-0.041 0.414 1,-0.033-0.087 0,-0.025-0.413 1,-0.020-0.628 0,-0.014-0.773 0,-0.009-0.841 0,-0.018 2.123 2,-0.002-1.780 2,-0.035 6.544 1,0.021-6.923-3,0.012-0.210 0,0.049 0.142-1,-11.715-16.110 6,10.170-9.834-7,-1.068-0.246-1,-0.780 4.421 0,-2.257 1.058 2,5.542 20.664 3,0.108 1.850 0,-0.004 1.181-5,0.000-0.583 0,0.000-2.004 2,0.000-0.009 0,0.000 2.478 0,0.000-2.822 0,-11.561-9.635 3,4.237-15.392-4,1.609 1.450-1,0.790 0.993 0,-0.402-1.798 0,-1.206-3.908 0,-0.314-1.543-1,-2.110-6.919-1,0.857 1.351 2,1.207 2.520 0,2.468 6.990 1,0.737 1.512 1,0.700 1.412-1,-1.149-8.065 5,1.832 1.632 7,1.719 2.783-10,1.036 2.114 0,0.509-0.355 2,-0.344 1.679-3,-0.291-1.956-1,0.975 1.597 3,9.937 11.985-1,-1.656 16.221-3,-4.070-0.509 1,-1.676-2.225-1,-0.139 1.952 0,-0.314 1.163-1,-0.414 0.557 2,-0.936-3.677 0,-0.279 0.027 0,-0.273-0.005 0,-0.259-0.029-1,-0.132 1.822 3,-0.271-0.162-1,-0.233-0.225 1,-0.192-0.260-1,-0.155-0.273 0,-0.122-0.270 1,-0.133 3.766-1,-0.103-2.243 0,-0.051-2.543 1,-0.197 5.552-1,-0.219-4.699 2,-11.236-13.916 8,2.265-14.203-12,3.229 2.009 1,1.254 2.387 0,-0.098-1.144-1,0.462-0.014 0,-0.167-1.545 1,0.113-1.395 0,0.305-1.219 0,0.883 1.145 0,0.375-0.733 0,0.058-2.742 0,0.516-0.181-1,0.291-2.468 1,0.561-0.074 0,0.687 5.035 1,0.258 0.707 0,0.117-5.842 0,0.463 3.428 0,0.342 3.601 0,0.721-3.803 3,9.316 12.605 2,1.961 11.902 5,-7.436 3.566-12,-0.291 4.147 0,-0.999 1.639 0,-1.044 1.676 0,-0.847 1.710 2,-0.774-0.342-1,-0.437 1.708 1,-0.249-7.953-1,-0.087 8.482 1,-0.004-8.762-1,-0.012 0.256 0,-0.003 0.451 0,0.001 0.567 1,-0.006 1.806 1,0.012-0.596-1,0.028-4.024 0,-0.046 11.553-2,0.030-2.526 3,0.031-3.502 2,0.032-5.438-2,0.042-0.169 2,-6.383-22.865 4,-0.188-0.096-9,-2.134-6.999-2,2.850 1.917 2,2.787 4.719 1,0.533-0.630 1,-0.485-8.619-1,1.245 1.843 0,0.932 4.768 1,0.294 0.492-1,0.102-6.287 0,0.438 6.622 0,0.189 2.341 3,0.560-4.245-1,1.712 4.675 2,8.208 14.203-1,-0.337 4.546 2,-4.463 4.193-5,2.620 7.524-2,-1.530-1.566 1,-3.307-6.364 1,-0.358 1.041 0,-0.410 1.041 0,-0.427 0.990 0,-0.227 2.599 1,-0.494 0.229-2,-0.656-3.976 2,-0.239-0.104-1,-0.101 3.269 0,-0.280-1.023 0,-0.224-2.721 2,-0.135-1.001-1,-0.141 1.758 1,-0.108-2.478 0,-0.263 4.189 2,-0.263-4.073 0,-10.589-14.729 4,-3.819-16.977-10,6.123 7.093 1,-1.102-2.389-1,0.566 0.100 0,-0.623-1.946 1,-1.859-5.343-2,-0.015-2.716 1,0.245-1.906 1,0.422-1.243-1,0.551-0.710 1,0.616-0.295-1,0.915 0.292 1,1.088 0.700 0,1.159 1.568 2,1.152 2.115 1,0.255-2.432-1,1.505 4.103 1,1.263 3.980 1,1.014 3.604 1,0.781 3.103 4,0.754-5.011-4,10.658 13.180 7,0.856 9.131-5,-1.487 8.495-6,-0.816 3.883 0,-4.568-6.144 0,-0.307 1.198-1,-0.410 0.873 0,-0.465 0.884 0,-0.483 0.852 0,-0.257 2.859 1,-0.551 0.780 1,-0.721-3.956 0,-0.263 0.015 0,-0.168 1.980-1,-0.253-0.232 0,-0.200-0.337 1,-0.161-0.393-1,-0.132 1.009 2,-0.104-1.238 0,-0.043-2.468-1,-0.032-0.569 1,-0.077 2.667 0,0.004-1.718 2,0.021-1.792-3,-0.113 6.327 1,0.103-2.827 2,-0.230-0.803 0,-2.485-0.061-2,-0.412-0.196-3,0.604-1.220 2,-0.289-0.536 0,-7.729-8.051 1,-1.505-13.572 0,-0.569-10.067-2,7.486 9.451-1,0.147-1.391 0,-0.996-5.105-1,0.701-0.941 1,1.244 1.407 0,0.652-0.528 1,0.634-0.453 0,0.591-0.380 0,0.705 2.407 1,0.365 0.462 0,0.157-3.132 0,0.427 1.454 0,0.362 4.619 0,0.103-10.801 0,0.322 11.500 3,0.173-2.435 0,0.071 1.598 0,0.333-7.171-5,-0.135 5.227 5,0.521 1.570-1,10.460 9.516 0,0.077 5.194-1,-5.861 11.136 0,-0.949-0.780-3,0.521 5.046 0,-0.464 3.272-1,-1.725-2.047 2,-1.078 1.071 2,-0.866 0.212-1,-0.780-7.563 0,-0.200-1.131-1,-0.233 7.389 2,-0.395-6.832 0,-8.863-5.779 2,0.790-13.759-1,0.998-5.095-1,2.965 2.293-3,-0.342-6.600 0,2.762 4.176 3,0.855-0.291-1,0.649-0.102-2,0.421 0.873 2,0.247-0.850 0,0.213-1.677 1,0.312 1.729-1,1.095 1.211 0,9.565 12.977 1,-6.863 9.949 1,-1.150 5.544-3,-1.079 1.107-1,-0.495 3.057 0,-0.806-3.623 0,-0.484-5.240 3,-0.111 0.010-1,-0.033 6.044 0,-0.151-6.688-1,-0.041 0.009 0,-0.068 9.119 3,0.012-7.889-2,-0.004-0.825 0,-0.096 8.775-1,-0.158-6.565 1,-7.422-5.961 4,-4.905-10.116-2,1.251-2.647-1,-0.436-1.558-3,-6.140-9.802 0,9.093 5.973 1,-0.566-1.688 0,-0.264-0.644-1,-0.035 0.127 1,1.551 1.603-1,0.542-0.017 1,-1.056-2.837-1,1.284 0.580 1,-1.771-5.745 1,2.339-0.305 4,4.201 7.561-2,0.219-9.269 2,1.015 6.893-4,-1.275-2.109 1,0.482 3.643 0,0.106-3.751 0,1.200 2.055 0,0.812 2.365-1,7.490 3.470 2,7.597 12.816-2,1.012 7.621-3,-2.756 2.221 0,-5.435-2.955 2,-0.870 1.110 0,-1.562-0.227-1,-0.816 1.430 1,-1.180-0.546 1,-0.578 1.307 0,-0.083 6.408-1,-0.757 1.751-1,-0.717-1.794 1,-0.412 0.409 0,-0.359-2.770-1,-0.207-0.293 1,-0.178 2.055 0,-0.159-0.769-1,-0.108-1.164 3,-0.069-1.392-1,-0.086 0.333 2,-0.014-2.418-1,0.014-2.401 0,-0.236 6.085 3,0.144-5.678 0,-0.064-1.365 3,-8.346-18.416-4,1.541-4.015-3,-0.875-5.809-2,1.098-2.068-1,-1.493-6.074 1,3.071 8.386-1,0.633 1.156 1,0.243-0.345 0,0.878 1.873 1,0.359-0.012 0,0.028-1.611 0,0.521 0.691 0,0.506 0.876 2,0.468 0.966 0,0.132-2.670 0,0.605 1.583 0,0.466 1.442 2,0.270-7.705-1,0.630 5.531-2,0.325 0.042 5,-0.199 3.297-4,-0.174 0.190-1,-0.074-3.399 0,-0.101 3.243 0,2.222-0.359 1,11.414 11.840 1,0.526 6.396-4,-1.762 5.338-1,0.162 6.348 1,-7.051-8.128 1,0.025 1.615 0,1.286 5.767 0,-0.611 1.675-1,-1.860-3.831 1,-0.514 0.226-1,0.239 4.947 1,-0.829 0.231-1,-1.183-5.064 1,-0.418-0.680 0,-0.248 1.083 3,-0.412-1.215-2,-0.342-1.287 0,-0.276-1.274 0,-0.212-1.187 1,-0.307 9.464 5,-0.408-4.305-2,-0.058-5.247-3,-1.261 0.307-1,-10.933-15.613 6,3.910-4.845-8,-0.965-4.515 0,1.749 0.399 1,-0.028-3.257-1,-0.122-4.841 0,3.374 7.655 3,0.080 0.531-1,0.117 1.060-1,-0.808-2.338 0,0.183-1.970 1,1.653 0.862 5,1.894 3.829-5,0.865-3.487 1,0.948 0.088-1,0.277-0.611-1,-0.090 3.964 1,-0.039-1.486 0,-0.053-1.601 1,-0.051-1.565-2,-0.044-1.048 0,-0.040 5.996 1,-0.009-7.015-1,-0.018 6.594 1,-0.025 0.770 0,6.132 23.220 4,-3.794 2.801-3,-0.721 2.016-3,-0.457 4.185-2,-0.701-9.124 3,-0.077 1.851 0,-0.107 0.150 0,-0.078 2.264-1,-0.089-0.878 2,-0.064-1.135 1,-0.040-1.570-1,-0.084 5.806 1,-0.052-5.456 0,0.056-1.766 3,-5.649 3.164-2,-9.666 0.357-2,2.332-4.493-3,1.751-1.694 2,-0.911 0.593-1,-4.637 3.182-1,-0.510-0.019 0,1.894-1.974 1,0.112-0.916 0,-3.957 1.379 2,2.569-2.116 1,3.015-2.018-1,3.028-1.781 1,-2.809 0.840 1,8.137 4.284 5,-7.813-15.040 2,7.807-9.864-11,3.225-0.704 1,0.749-4.958-2,0.962 8.306 2,0.036-6.372-2,0.306-1.367 2,0.216 1.792 1,0.173-2.292 4,-0.014 5.508-3,-0.075 3.710 0,0.848-2.652 0,3.128-1.868-1,0.464 0.452 0,-1.827 3.798 0,-1.629-2.225 1,4.907 4.183 1,6.965 9.988-2,-0.579 1.723-1,2.928 7.507-1,-3.349 2.281 1,-0.487 3.412 0,-5.828-5.065-1,-0.258 0.847 1,-0.158 0.359 0,-0.363 0.297 0,-0.488 0.242 0,0.235 1.757 0,-0.106 0.081 0,-1.223-3.118 3,-0.276 0.047-2,0.924 5.041 0,-0.810-2.032 0,-0.772-2.523 0,0.492 3.733 3,-2.784-26.216 0,-0.097-0.802 0,-0.021-2.893-3,1.037-4.981 0,0.016 6.818-2,0.164-1.283 0,0.058-0.833 0,-0.017-0.470 0,0.234 0.094 0,0.403 0.488 1,1.101-3.591 0,-0.002 2.849 0,-0.244 3.118 1,1.603-3.928 2,0.518 6.593 0,7.381 14.135 3,-0.847-3.069 1,3.700 7.002-9,-2.388 4.439 3,-5.858-2.491-1,2.563 7.495-2,-4.514-5.583 1,-0.867-0.093 1,1.235 9.287-1,-2.151-0.489 5,-2.061-7.971-2,-0.523-1.275-1,-0.373 5.464 0,-0.496-3.248 2,-0.229-1.150-1,-1.112-0.547 1,-9.872-17.221-1,4.019-3.204 0,1.309-4.770 0,0.580-2.526-2,1.979 3.935-1,-0.524-2.291 0,-0.484-1.862-1,-0.123-1.444 1,0.137-1.080-1,0.034-0.485 1,-0.040-0.040 0,0.189 0.561 1,0.346 0.964 0,0.240 0.452 1,0.551 1.820 0,0.558 1.915 0,0.538 1.876 1,0.181-0.005 1,-0.197-3.004 8,2.924 26.143-3,-0.676 5.032-9,0.000 0.447 0,0.000 4.747-1,0.000-7.675 2,0.000 0.707 0,0.000-1.116 0,0.000 0.607 0,0.000 0.341 0,0.000 0.135 0,0.000-0.017 1,0.000-0.128-1,-0.234-1.998 1,-0.403-0.122 0,-0.638 3.454 0,-0.235-0.324 0,-0.008-1.422 1,0.042-1.130-1,0.108-1.271 0,-0.110 0.678 0,-0.661 5.261 1,0.669-5.605 2,-13.779-12.658 3,7.425-8.737-6,0.734-0.495-1,-1.162-2.889-1,-4.048-8.631-1,-1.155-4.402-1,2.552 3.672 1,-0.386-1.824 0,-1.762-5.816-1,0.202-2.112 0,0.747-1.192 1,1.104-0.483 0,1.305 0.330 2,1.384 0.891-1,1.380 1.274 1,1.306 1.484-1,1.197 2.131 3,1.061 2.491 1,0.911 2.348 1,0.767 2.134-1,0.601 1.367 1,0.547 2.667 0,0.408 2.550 3,0.291 2.335-4,1.215-7.179 3,8.682 13.416 1,1.437 6.779-1,1.473 4.006-5,0.021 4.891-3,-5.576-2.096 2,3.516 8.447-1,-4.803-3.428 0,-0.840 1.157 0,-1.707-2.662 1,-0.529 0.687 0,-0.225 2.482 1,-0.603 0.342-1,-0.534 0.098 1,-0.458-0.079 0,-0.387-0.203-1,-0.313-0.281 1,-0.248 1.123 0,-0.230-1.098 0,-0.108-3.907 1,-0.368 14.992 0,0.081-12.557 1,0.002-1.852-1,-0.113 4.454-1,0.072 0.832 1,0.176-4.683 1,-0.121 3.529 0,-0.525-2.056-1,-9.829-10.841 0,-0.502-4.054 1,-2.892-3.078-3,-0.234-3.072 0,3.521-1.004 0,3.283-2.630 1,3.226-0.484 0,2.091-1.350 0,1.669-1.568 1,0.692 1.799-1,0.301-5.165-1,-0.081 4.626 1,-0.009 0.066 0,-0.010 1.813-2,10.717 14.378 8,-10.459 9.474-6,-0.461-1.147-2,-0.162 1.063 2,-0.055-1.065 0,-0.006 2.297 0,-0.005-2.332 0,-7.106-3.155 0,-2.856-19.285 1,3.954-1.099-2,0.558-1.538-1,0.932-1.579 0,2.017 3.320 2,11.223 20.045 6,-6.830 3.339-5,-1.441 6.066-4,-0.286-4.372 1,-0.056 4.406 0,-1.082 2.502 0,-0.594-8.289 3,-0.815-0.185-2,-3.624 6.534 0,1.120-7.566 0,-0.745 0.251 1,-0.852 0.249 1,-0.887 0.237-2,-2.031 1.351 0,-0.926-0.436 0,0.559-1.607 1,-0.549-0.082-1,1.137-1.556 0,-0.020-0.275 1,-1.496 0.888 0,-0.205-0.426 0,-0.902 0.584 0,1.025-0.628 0,-0.266 0.345 1,1.862-1.657-1,-4.092 3.045 2,2.613-4.050 0,-1.079-7.699-1,3.694-6.979 0,-0.832-4.251 3,2.436 1.163-4,-0.341-3.205-1,0.817-2.713-2,1.987 0.330 3,2.035 3.389 0,1.233 0.103 2,1.274-0.729 1,-0.198 1.997-2,-0.153-3.557-3,-0.116 3.155 2,-0.029 0.483-1,-0.011 0.136 1,-0.009-2.580 0,0.001 1.561 1,0.520-0.714-1,6.816 4.717 2,3.385 11.280-1,5.711 7.252-3,-5.719 0.977 0,1.187 7.569-2,-5.245-6.107 3,-0.020 0.894 0,-1.719-2.895 1,-0.361-0.092-1,0.939 2.640 0,-0.212-0.632 0,0.476 0.894 1,-0.834-2.208 0,2.281 4.355 3,-1.642-5.623-2,4.349-17.206 3,-9.407-6.755-2,-0.314-4.829-2,-0.124 5.021-2,-0.028 2.041 1,-0.011-1.019-1,-0.010-2.817-1,-0.010-0.548 1,-0.006 0.068 1,-0.004 0.501-1,-0.004-0.927 2,-0.001 1.325 0,0.001 2.813 0,0.003 1.077 0,0.028-1.639 2,0.186-5.357 2,0.518 6.253-1,11.596 13.776 0,1.554 1.146-2,-3.088 3.911-1,-3.504 3.190-1,-0.374 7.068 0,-4.138-6.237 0,-0.462 1.462-1,-0.438 1.361 1,-0.398 0.611 0,-0.354 0.050 0,-0.275 0.344-1,-0.281-0.981 1,-0.227-1.232 1,-0.174-1.340-1,-0.164 0.535 1,-0.324 4.986 3,-0.306-4.090 1,2.438 1.761 2,3.159-3.905-6,-13.755-17.832 1,1.383-0.933 0,1.095-8.330-3,1.224 1.975 0,1.858 3.940 0,0.246-0.763 0,0.603 0.843 1,0.307-0.402 0,-0.838-9.206 2,1.467 5.576-2,0.402 0.693 1,0.334 1.115-1,0.268 1.304 1,0.168-7.903 0,0.767 6.741 0,8.143 5.702 5,-1.467 16.113-2,-0.510 3.269-2,1.162 5.807-3,-3.284-5.086 0,0.177 1.672 0,-0.653-0.833 1,-0.280 0.504-1,-0.763-1.809 1,-0.325-0.253 0,0.205 2.841 0,-0.554-0.953 0,0.392 5.812 1,-1.483-7.027 2,-0.221 5.684 1,-1.562-6.158 0,-7.596-20.268 0,4.032-3.122 0,3.958-0.175-3,0.141-1.163 0,2.652 1.118 0,7.051 0.147-14,-0.427 3.303 26,1.280 4.578-13,2.028 9.865 2,-5.445 2.314-1,2.824 11.682-2,-2.432-0.925 0,-2.912-6.489 1,0.053-0.199-1,0.625 1.382 1,-0.680-2.120-1,2.161 5.220 10,-1.995-6.115-14,-4.955-22.676 11,0.172 0.109 0,0.000-1.611-5,0.805-2.389-2,3.169-0.564 0,1.208 2.786 1,3.175-1.073 1,3.360-0.940-1,-0.668 2.896 2,-1.059 2.215-2,-0.683 1.335 1,-0.581-1.372 2,-0.149 1.008 0,-0.827 0.561-2,2.796-2.826-1,-2.247 2.334 1,0.844-0.820-1,0.162-0.366 1,-0.052-1.312 1,-1.383 1.467 0,1.624-1.613-2,-1.570 3.747 1,1.162 1.282 1,4.058-3.692 0,0.893 1.808-3,-1.517 1.165 1,-0.489 1.805 1,-0.570-0.502-1,1.080-2.435 1,-1.811-0.206 1,-1.829-0.390-2,-20.391 8.190 5,-0.518 0.624-3,0.808 0.000-1,-1.301 1.269 1,1.952 5.692-2,-0.416-3.341 1,-2.441-2.468 0,-0.421 0.153-2,1.632 3.861 2,-0.215 1.170 1,-0.668-0.954-3,0.549-1.208 2,1.245 0.344 0,-0.358 2.029 0,1.382 0.529 0,0.645 0.483 1,1.578 0.566 0,0.041-0.398-2,-2.524 0.293 0,1.545 0.693 2,-0.169-1.017 2,-1.764 0.498-4,0.210 1.220-1,3.378-1.078 2,3.367 2.131 1,-7.768-6.797-1,0.026 2.883 0,1.867 2.190 1,1.685 0.782-2,-0.941 0.759 0,-2.240 0.539 1,0.957-1.274 1,2.093-2.009-1,-0.300 1.899 0,-0.520 1.302-1,0.737-1.358 0,-2.944 0.986 1,-0.679-0.028 0,1.646 0.358 1,4.849 1.156-2,-2.050-2.300 6,19.914-8.380-5,2.250-1.175-2,1.695 0.000 1,-1.441 0.000-1,-2.758 0.000 2,2.934 0.000 1,-3.762 0.000-1,2.123 0.000 0,-1.163 0.000 2,-0.018 0.000-4,1.440 0.000 4,2.136 0.000-5,-1.661 0.000 2,8.668 0.000-1,-1.511 0.000 2,-7.366 0.000-1,1.100 0.000-1,1.252 0.000 1,1.301 0.000 0,4.560 0.000-1,2.510 0.000 1,-4.444 0.000-1,0.950 0.000 1,3.850 0.000-1,0.302 0.000 0,2.676 0.000 0,-1.258 0.000 0,-4.314 0.000 2,-1.425 0.000 0,-3.708 0.000 0,-0.982 0.000 0,5.806 0.000 3,-3.207 0.000 1,-3.225 0.000-2,-1.151-0.647 0,-0.478-1.656 1,-2.619-0.644 6,2.979-0.798-9,-0.437 1.437-1,1.777 1.158 1,-2.721 0.833 0,1.625 0.223 0,2.267 0.128-3,2.435 0.059 3,0.704 0.008-1,1.983-0.005-1,-10.389-0.051 1,9.156 0.027 0,-0.410-0.019 1,-6.775-0.029 1,1.299-0.013 5,-0.768-0.013-4,2.707-0.003-2,-5.428 0.001-1,5.367 0.001 0,-3.638 0.001 2,1.084 0.000-1,-0.110 0.002-2,-1.214 0.000 1,1.687 0.000 4,-3.148 0.000-2,1.218 0.000 0,-0.704 0.000 0,2.866-2.612-2,-0.843-2.412 0,-1.942 1.305 1,3.776 0.183 1,-4.090-0.246-2,1.383-0.509 0,-2.087 1.876 1,1.066 0.387 3,-2.564-5.576-2,2.017 5.449-2,1.583 1.878 0,2.022-0.024 0,1.189-1.584 0,0.717-0.547-2,0.375 0.018 2,2.832-0.025 0,-1.757 0.573 1,-5.380 0.826 1,-1.417 0.499-1,1.040 0.648 5,-0.849 0.061-3,1.453-0.096-3,-0.172-0.046 0,-1.922-0.038 0,-0.156 0.012 0,-0.139-5.953 3,-0.331 2.008 0,1.212 2.072-3,2.267 1.249 1,-0.763-0.684 0,-6.250-7.931 1,5.075 4.850-1,-2.478-4.263 0,-1.384 0.932-1,1.864 2.058 1,-1.152-2.145 1,1.607 0.652-1,-1.687-2.049-1,-4.913-4.966 2,-3.164 0.933-2,-2.067 2.193 0,-9.988 11.026 4,-0.043 3.023-2,-4.088 1.128-3,1.660-1.606 0,2.399-1.108 1,-0.784-0.547 0,-3.478-0.443 3,2.492-0.543-2,1.622-0.132 0,0.239 0.210 2,-0.068 0.043-2,-2.388-0.003 0,-1.360-0.004-1,0.910 0.000 0,1.029 0.000 1,-0.669 0.000 2,1.361 0.000-2,-2.465 0.000-1,1.156 0.000 0,-0.329 2.264 0,-2.573 2.835 3,0.312-1.002-5,1.885-1.486 2,-3.076-0.194-1,-0.064-0.486 0,-1.778-0.246 0,1.465-0.406 1,-0.728-0.191-1,-5.838 0.007-1,0.341-0.268 1,5.893-0.324 1,0.618-0.124 0,-6.995-0.046 1,3.031-0.178 0,3.305-0.124 1,3.879-0.074 1,2.989-0.042 0,-3.792-0.130 1,3.295-0.123 5,0.781 0.201-2,-0.036 0.148-7,-2.321 0.000 0,0.025-0.009 0,1.626-0.002 2,-2.556 0.026 0,3.138 0.490-2,8.751 10.379 1,8.475 1.212 2,4.498-2.314-4,-1.141-2.301 1,1.530-0.467-1,1.488-3.994 4,-0.973-3.482-1,2.999 0.111 0,-2.516 0.225-1,0.011 0.126-2,0.598-0.002 4,4.907-0.007-3,-0.720-0.002-1,-3.220 0.000 1,4.354 0.000 0,-3.741 0.000 3,-2.340 0.000-2,0.151 0.000-1,-24.825-4.983 7,1.409-1.224-9,-2.588-1.854 1,1.203-0.115 0,2.387 0.657 1,-0.723-2.103 2,5.076 0.044 1,7.272-3.391 1,-1.122 1.761-3,-0.060-1.045-1,-0.029 0.980 1,-2.696 0.052 0,-8.138 5.254-1,0.185 1.349 1,-0.839 2.564 0,0.687-1.751 0,-2.891-0.306-1,0.210 1.506 1,-1.411-0.674-1,-2.635-0.053 0,1.001 0.808 0,-4.683 0.114 0,9.732 1.427 1,-7.234-0.207 0,5.866 0.724 1,-0.435 0.460 0,1.720 0.273 3,0.328-0.168-3,-0.784-0.054-3,0.784-0.026 2,-2.010-0.014 0,1.208-0.012 1,23.207-0.002 3,0.839 0.009-7,-0.652 0.000 1,2.473 0.000 2,-2.471 0.000-2,3.946 0.000 3,-3.589 0.000 0,2.127 0.000-2,-2.647 0.000 0,0.020 0.000 3,-0.158 0.491 0,-10.687 10.621-1,-6.920-1.273-1,-1.643-0.904-1,-0.675-1.745-1,-1.255-2.510 1,0.230 0.083 0,-0.660 0.372 1,0.148-0.677 1,-6.811 2.990-1,6.865-2.883-2,-0.598 0.165 1,-0.212-0.106-1,-3.298 1.081 1,1.677-0.865-1,2.132-0.973 1,-4.140 1.099 1,7.183-12.961 6,21.364 3.225-3,-1.479 1.532 0,-0.491 0.232-6,3.987-2.261 2,1.799-1.075 0,1.061 0.466 0,1.700 0.714 4,-5.585 2.246-4,2.728 0.611-2,-2.191 0.176 5,1.420-1.719-1,-5.002 0.410-2,-0.467-0.025 1,6.392-1.871-1,-5.021 2.046 0,-0.423 0.973 2,4.374 0.668 1,1.358 0.909-3,-5.790 0.602 0,-0.597 0.204 1,1.234 0.121 3,3.624 0.066-2,-4.673-0.109-2,0.604-0.040 1,1.758-0.035-1,-0.094-0.032 1,1.397-0.019-1,1.273-0.015 0,0.248-0.008 1,-0.610-0.003-1,0.433-0.001 1,-0.192 0.000 1,0.597 0.003-1,4.692 0.000-1,-9.465 0.003 0,6.635-0.001 0,-5.422-0.026 1,-1.849-0.043-1,5.259-0.207 0,-5.238-0.431 5,-14.588-9.955-1,-10.010 3.915 1,-1.146-1.835-6,4.998 1.895 1,-0.825-0.881 0,-0.083-2.310 2,0.152 0.721 1,0.414 2.437-1,0.209 0.281-3,-2.086 4.999 2,-1.010 1.430 3,-2.777 0.010-4,2.746 0.002-1,-1.055 0.000 2,2.024-0.159 2,-2.854-3.607-4,-1.115-0.487 1,0.688 1.034 0,1.833-0.644 1,-2.142-0.191 0,2.233 1.533 0,-1.575 0.444 1,-0.647 0.702-3,3.560 1.202 2,0.126-0.794 4,-0.363-2.642-4,-0.586-0.341-1,-0.356 1.203 0,0.585 2.153 3,0.683 0.866-2,-1.814-0.207 0,1.452-0.064 0,-2.643-0.005-1,2.993 0.002 1,-4.396 0.000-1,-4.221 0.000 0,0.733 0.001-1,-0.268 0.001 0,7.470 0.000 6,24.778 6.177 0,0.428 2.071-5,-2.859-2.967-1,3.519 1.431 1,-0.407-1.276 1,-2.712-1.918 0,1.014-1.179 1,0.087-2.723-1,-0.513 0.170 1,0.050 0.109 0,2.747 0.072-1,0.353 0.037-1,-2.961 0.003 1,4.334 0.002-1,-4.285-0.006 2,1.930-0.001 0,-0.801-0.002-2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7:18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18948.000 10401.000 767,'0.000'12.871'-2,"0.000"1.627"0,0.000-2.305 0,0.000 3.018 1,0.000-4.163 0,0.000 0.576 1,0.000 2.587 1,0.000 1.252 0,0.000 1.185-2,0.000 1.959-1,0.000 0.368 0,0.000 0.637 0,0.217-1.785 3,1.998 1.680-2,1.763-1.846 2,1.282-4.392 0,6.152-12.558-1,-0.117-0.645 1,-1.096-8.100 3,-0.644-1.198-2,2.960-2.790-5,2.980-1.735 0,-7.208 5.988 1,0.398-0.388 2,0.462-0.196-1,-0.102-0.337 0,-0.498-0.418 0,-0.169 0.130 1,0.074 0.517-1,-0.347 0.484 2,5.540-5.649-1,-0.856 1.771 2,-1.887 0.921 0,-0.906-0.104 0,-1.959 0.530-1,-2.162-0.816-1,1.994 3.385 3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7:23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19060.000 10626.000 767,'0.000'-13.087'-2,"0.000"-3.708"-1,0.000-1.988 1,0.000 6.953 0,0.000-4.262 0,0.000-0.569 0,0.000 3.294 0,0.000 0.014 1,0.000 0.050 0,0.000 0.075 1,0.000 0.086 1,0.000 0.093-1,0.000-3.121 1,0.000 0.362-1,0.000-4.874 0,0.000-0.335 1,0.000 3.877-1,0.000-2.793 4,0.000 2.509-4,0.000 5.284-1,0.000 0.419 1,0.000 0.518-1,0.000-0.301 2,0.000-8.298-1,0.000 4.201 1,0.000 3.369 1,0.000-6.408-1,0.000 1.524 2,0.000 3.131-6,0.000 25.680 6,0.000 2.544-2,0.000-1.160-3,0.000 6.054 0,0.000-5.370-1,0.000 0.413 2,0.000-1.690 0,0.000-0.572 0,0.000 8.616-1,0.000-7.659 3,0.000-0.441 2,0.000-0.757-3,0.000 7.408 0,0.000-4.792 1,0.000-0.389 0,0.000-2.091 2,-0.191 2.324-2,-2.280-1.347-1,-1.711-2.436-1,0.821 0.769 1,-1.120 4.082 1,-1.089-0.881-1,-0.545 1.131-3,2.191-3.396 3,0.737 3.874-1,0.857 4.396 2,-0.180-4.932-1,-0.977-1.595-2,-0.095-1.292 4,0.141-0.057-1,-1.856-2.516 0,0.375 2.741 1,2.528 0.265-1,1.841-25.198-1,0.553-11.807-3,0.441 8.356 1,0.692-1.678-1,1.318-2.517 1,0.292 0.739 0,0.198-0.836 0,0.317-0.863 1,0.377-0.831 0,-0.784 4.815 1,-0.085 0.151-1,0.181-1.735-1,-0.291 1.054 2,-0.027 0.981-1,0.164 0.885 1,1.559-3.601 1,0.230 1.116 3,-0.190 1.562-2,-1.163 4.427-2,-0.356 1.092 0,1.705-8.109 1,-1.266-0.034 3,-0.493 3.176-2,0.880-0.609-2,-1.093 4.546 0,-0.021-2.696 1,-1.139 3.689-1,1.667-5.897 1,0.291 2.639-1,-0.079 1.449 0,-0.015 1.812 1,-3.183 24.169 0,-0.127-0.957-1,0.000 2.708-1,-0.883 5.059-1,-0.144-8.177 1,-0.180 0.767-1,-0.891 3.994 0,-0.701 0.241 1,0.122-3.468 0,-0.470-0.116 1,-0.492-0.116-1,-0.484-0.112 1,-0.707 1.494 0,0.160-0.208 0,-0.925 1.319 1,0.149-0.879-1,0.499-1.208 0,-0.879 1.981 0,1.535-4.238 2,0.330-0.470-1,-3.820 8.934-1,2.707-8.547 1,-3.487 7.101 0,1.348-2.316-1,1.043 0.070-1,2.905-4.521 1,1.403 0.622 4,-1.075-1.072-3,-3.171-0.378 0,-1.696-0.876-2,0.927-0.788 0,0.164 1.667 4,-6.481-0.838-4,0.292-0.928-1,3.422-2.289 1,0.202 1.133 2,-2.208 1.333-1,0.297-4.135 2,0.358-1.831-3,8.724-14.466 4,2.107-2.072-3,0.000-0.273-1,0.000-4.114-2,0.000-0.035 0,0.000-1.286 1,0.000-0.752 2,0.000 0.353 1,0.000 1.885-2,0.000 4.479 5,0.000 1.432-3,0.000-0.500 2,0.000 23.628 0,0.000-0.222-6,0.000 1.533 1,0.000-1.224 0,0.000 2.412 4,0.000 0.786-4,0.000-0.530 1,0.000-2.366 3,0.000 0.660-1,0.000-1.327-3,0.000 1.538 3,0.000-0.425 1,0.000 0.090-1,-0.043 1.856-3,-7.027-5.695 3,-5.467-9.071-1,-0.385-3.700 0,-8.678-5.176-3,7.987 3.048 1,-1.133-0.719 0,-2.371-1.114 0,0.275 0.339 0,2.531 1.147 0,0.860 0.227 0,-2.801-1.602 1,2.858 1.272 1,2.899 1.382 2,-2.882-1.641 2,2.510 4.769-2,-2.623-1.675 1,-5.488-0.933 1,2.345 1.643-6,-4.586-0.468-1,-1.168 0.064-1,-3.527-0.361 2,-7.853-1.338-2,-4.089-0.983-1,1.757 0.179 1,-2.095-0.392 1,3.659 0.632 0,-0.942-0.145 0,-5.493-0.725-1,0.448 0.425 1,6.538 1.031 3,2.093 0.131-1,-10.509-2.082 0,7.257 1.025 1,7.303 1.159 2,6.719 1.146-1,5.797 1.041 7,-2.139-0.461 4,6.262 2.698 7,-2.348 1.611-17,1.782-0.642-2,-1.772-0.150-2,0.500-0.356 2,-1.922-1.632-1,0.197-0.798-1,0.682-0.183 1,0.105-0.317 3,26.743 2.636 2,4.537 5.981-9,-3.540 0.280 7,-1.427-0.654-1,1.233 0.111-7,-1.280-0.772 4,0.103-0.253 1,1.878 0.431-1,-0.008-0.047 1,1.282 0.642 0,-0.907 0.132 1,-2.494-0.769 2,-0.883-0.341-2,1.714 0.593 0,-2.214-0.876 1,4.404 1.389 2,-4.305-2.071 0,0.596-3.960 0,2.290 0.516 0,-0.700 0.177-4,3.027 0.039-1,1.742 0.011 1,0.950 0.003-1,-6.456-0.004 1,0.755 0.000 1,4.064-0.000-1,0.170 0.000-1,-3.922-0.001 1,-0.678-0.001 0,-0.490 0.000 1,-0.336-0.001 0,-0.494 0.000 0,10.758 0.000 3,-1.825-0.001-3,-3.673-0.001 2,-4.738 0.000-2,5.099 0.000 3,-4.254 0.000-1,-0.197 0.000-3,1.789 0.000 0,5.115 0.000 0,-7.465 0.000 0,10.942 0.000-1,-6.952 0.000 1,-4.628 0.000 1,8.697 0.000 1,-1.516 0.000-3,-0.370 0.000 4,-0.863 0.000-2,-0.089 0.000 0,-0.226 0.000 1,-1.942 0.000 0,-3.686 0.000-1,0.089 0.000 1,0.743 0.000 3,1.517 0.000-3,0.223 0.000-2,-0.981 0.000 0,-1.878 0.000 3,-0.035 0.000-2,0.464 0.000 0,-0.218 0.000 0,0.533 0.000-1,2.239 0.000 1,1.197 0.000-2,0.002 0.000 2,-4.185 0.000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7:30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18860.000 10476.000 767,'11.377'-0.579'0,"-2.992"-8.423"-4,-16.461 0.802 3,-3.012 5.052 1,0.275-1.092 0,-2.433-2.292 0,2.416 1.773-1,-1.358 0.232 0,-3.419-0.888-1,-3.182-0.967-1,-5.945-1.675-1,-2.805-0.500 2,7.740 2.928 0,-13.133-3.089-2,-2.101-0.411-1,-5.791-1.569 2,8.415 2.416 2,0.812 0.587 1,0.886 0.475-2,0.902 0.373-1,1.458 0.586 3,1.784 0.714 3,-4.540-0.185-2,5.697 1.538 0,2.906 0.903 0,-0.258 0.630 3,2.496 0.833 1,2.477 0.668-2,2.282 0.513 0,4.460 0.369-1,-8.805 0.261-2,3.887 0.470 3,1.034 0.208 0,-0.526-0.039 1,1.502-1.531-6,1.744-3.760 3,1.711-4.197 0,0.916-0.678-1,0.857-0.271 2,21.348 6.746-2,6.032 3.193-2,4.708-0.033-2,-6.670-0.049 2,2.048-0.007-1,1.444 0.276 1,0.952 0.466 0,1.470 0.293 0,7.466 0.995-1,0.786 0.793 1,0.956 1.179 1,-9.708-0.986 2,-0.232 0.057-1,3.043 0.355-2,-0.053-0.228 0,-0.337-0.314 3,-0.526-0.361 1,-3.467-0.610-3,-0.404-0.287 1,9.254 0.153-1,-9.446-0.787 2,-0.954-0.217 0,1.472-0.134 0,-1.258-0.211 0,-1.517-0.172-1,-1.631-0.137 1,-0.739-0.104 0,3.249-0.119 1,-2.335-0.078 1,-2.435-0.037 0,4.586-0.095-2,1.598-0.027 0,-5.178 0.099 1,0.197 0.061 0,-1.549 0.107 1,-0.005 0.148-2,-2.618 2.657-1,-9.847 9.254 0,-4.981-0.675 0,-8.025-2.207-1,0.390-1.993 1,-3.847 1.754-2,-0.736 0.510-1,-3.267 2.160 1,8.972-5.035 1,-0.452 0.288 1,-1.482 0.706 0,0.311-0.549-1,-9.042 4.714 0,8.501-4.666 1,1.501-0.813 1,0.004-0.011 0,1.354-0.554-1,-0.131 0.413-1,-1.363 1.267-1,0.292 0.221 3,0.116-0.197 0,0.313-0.182-2,0.440-0.160 1,0.486-0.162-1,0.495-0.157 2,-2.908 1.008 1,2.736-1.870-2,-5.507 3.788 1,2.332-2.034-1,-1.011-0.609 1,-0.395-0.041 0,-2.159 0.969 0,-0.580-0.529-2,1.393-2.616 0,-5.743-1.052 1,2.635-1.935 0,5.352-1.122 0,-8.455-0.377 0,5.267-0.407 0,2.114-0.109 1,-4.719-0.071 0,0.863 0.088-1,-1.022 0.044-1,3.561 0.071 0,1.038 0.042 1,0.288-0.274 1,1.276-1.627 0,-3.032-1.232 0,0.657 0.122-1,-0.272-1.648-1,0.088-2.321 0,3.059 0.646 1,1.418 1.448 0,0.427-0.698 3,0.495 0.321-2,-4.124-0.144-2,2.140 2.982 4,23.585 3.138 0,1.906 0.556-6,-1.162 1.500 1,-0.193 1.009-2,1.922 1.518 4,1.576 1.423-2,3.469 1.916 0,-2.938-0.842 8,3.158 2.176-15,0.278 0.886 6,2.615 1.373 1,-4.933-3.056 3,2.757 1.546-4,-5.053-2.727 1,11.540 5.980 1,-10.348-5.589 7,-0.186-0.301-9,9.879 4.801 3,-0.583-1.155-1,-6.226-3.324 1,-1.521-1.100-1,-1.706-1.122 1,-1.374-1.090 5,-1.074-1.011-5,1.468-0.418 1,-2.009-1.174 1,-1.940-0.930 0,3.056-0.376 1,0.692-0.980 0,0.702-0.792-2,-2.942-0.168 0,2.045-0.049-1,-1.818 0.253 1,3.164 0.119-1,-1.934 0.332 0,-0.601 0.171 0,-1.481 0.066 1,-0.822-1.345-1,-10.819-11.133 3,-4.677 0.319-4,-3.982 1.480-1,-4.192 1.732 2,-2.694 4.384 0,1.927 3.341 0,-2.716 1.074 1,4.114 0.258-3,-1.971 0.069 2,-2.046-0.001-2,-0.960-0.065 2,-1.252-1.578-1,-4.062-1.314 2,8.438 1.129-2,2.355 0.393 0,-5.811-0.401-1,1.778-0.424 3,1.536-0.066-1,0.468-0.057 0,2.087 0.308 0,-11.046-1.544-1,11.107 1.944 0,-8.383-0.513 4,-0.664 0.629-4,1.526 0.650 3,6.771 0.513-3,-1.102 0.102 2,-0.603 0.039-2,-2.311 0.026 1,-8.394 0.035-2,-2.963 0.017-2,8.199-0.019 1,-1.080 0.001 0,-8.525 0.016 1,-1.039-0.002-1,-3.634 0.001 0,8.292-0.021 1,-8.248 0.008 2,3.662-0.011-1,5.291-0.011 0,7.507-0.013 1,-0.194-0.002 6,2.230-0.004-6,2.109-0.004 8,-0.060-0.004-3,-4.807-0.004-3,5.248-0.007 3,0.613-0.008 2,24.442 0.015-7,4.691 2.264-3,0.006 0.437 0,6.432 0.244 2,-9.307-1.558-2,1.248-0.193 1,-0.914-0.914 2,-3.136-0.596-1,1.733-0.434 1,0.032-0.241 2,-2.117-0.189-2,13.074-3.179-1,-5.469-1.298 0,-1.634-0.796 4,-0.579 0.625-2,1.625 1.029 1,-6.589 2.491-4,5.837 0.003 2,1.633-0.965 0,-0.060 0.269 1,-6.000 1.343 1,0.226-0.410-4,-1.959-0.109 1,9.436-2.254 0,-2.242 0.519 2,-1.327 1.035-1,-1.060 0.968 3,-2.381 0.110-3,-2.744-2.367 1,0.185 0.453 2,1.057-0.271-5,0.504-0.388 3,4.778 1.183-3,0.009 1.077 1,-5.643 1.099-1,2.442-0.871 0,-1.561 0.037 2,1.452-0.177-1,-0.569 0.156 2,-1.125 0.252 0,-1.193 0.317 0,5.301-0.224-3,-0.276 0.540 5,-1.310 0.478-3,-1.505 0.351 2,0.347 0.222-4,-2.063 0.066 5,-0.086-0.021-3,2.197-0.007 0,-2.129 0.989-2,-0.320 0.857 2,2.131 0.600 0,-1.254-0.351 0,1.270 0.550 0,-0.799 0.942 0,3.497 2.015 1,-0.454-0.028-2,0.517-0.563 0,-1.962-1.465-1,-0.993-1.317 3,-2.189-1.373 0,3.042-0.654 2,-2.679-0.598-5,1.709-0.144 4,-1.076 0.261 0,-0.684 0.142-2,0.061 0.809-2,-10.678 10.606 5,-0.863 0.988-4,-0.008 0.025 1,-7.662-2.653 0,-5.448-10.760-1,-1.806-1.691 0,2.592 0.606 0,-2.180-0.182 1,4.453-2.270 1,-0.238-0.073 0,-0.990-1.725-1,1.125-1.874-1,-1.477 0.727 1,-0.033-0.168 0,0.556 0.504-1,0.428-0.541 2,-1.599-2.218-2,1.490 0.442 1,-0.194 0.485-1,0.196 2.528 2,-0.004-1.379 1,2.246-3.123-2,-1.099 3.234 1,2.060-2.193 0,-3.098 5.695-2,-1.246 0.493-1,-0.970 0.912 1,1.689 1.351 1,-0.229 2.848 0,12.338 10.587 1,-0.704-0.532 1,5.386-1.057-2,1.929-1.889 0,-7.708 4.228 0,3.679 0.475 0,2.444-1.229-1,-3.444-1.006 1,-2.593 1.484 1,-8.899-5.107-1,-2.656-7.648-1,-2.707-1.297 3,2.115-2.980-4,0.022-2.464 0,-0.549-2.080 2,3.935 2.482-1,-2.662-2.351 1,1.743-0.028 1,-1.077-0.624 0,1.639 1.314-1,-2.377 1.288 1,-1.346-2.300-2,-0.543 0.414 0,0.721 2.238 0,1.108 0.411 2,1.482 1.572-1,-3.297-0.556 0,-1.063-0.228 0,1.706 1.615 0,1.364 2.016 0,-1.897 1.219 2,-2.079 0.625-3,3.830 0.128 1,-0.908 0.025 0,-2.988 0.020-2,0.594-0.038 2,2.456-0.035 0,-1.106-0.024 0,1.645-0.033 2,-1.210-0.016-1,2.113 0.002-1,-5.068 0.004 0,1.771 0.003-2,-1.018 0.803 2,4.054 0.276-2,-0.859 0.252 2,-3.093 0.277-2,2.538-0.354 1,-0.376-0.082 1,-3.603 0.116-1,3.363-0.391 0,0.084 0.475 1,-3.192 0.771 1,-0.564 0.116-1,3.961 0.055 0,-0.695 0.607 0,1.088 0.042 0,-0.522 1.103 0,-5.811 3.654 1,8.470-2.497 0,-5.944 3.917 0,6.449-2.335-1,-3.721 4.731 1,-3.062 2.946-1,0.530 1.239-2,7.198-6.797 1,0.934-0.968 1,0.028-0.076 0,-2.276 1.307 1,1.514-1.423-3,-6.016 5.545 1,5.767-5.872 3,-5.788 4.492 1,-1.209 1.488-3,2.913-1.710-1,4.257-2.052 1,1.921-0.246 1,-2.675-2.501 3,7.578-18.806-1,7.459 0.272-5,3.115-6.945-1,0.048-1.976 1,-3.571 9.295 0,0.759-0.892 0,1.858-4.017 1,-0.606 1.683 1,0.075 0.522-1,-0.794 1.898 0,-0.021 0.226 0,-0.103 0.326 1,-0.161 0.382 2,-0.191 0.403-2,0.002-0.185 0,-0.650 0.870 0,3.400-7.289 0,-0.631 4.408 1,-0.082 3.209 4,2.349-1.831-4,-1.735 0.996 1,-0.833 1.610 1,-5.271-2.256-4,-10.549 3.194 1,-2.860 10.236 1,-0.030 3.650-2,0.583 2.888 0,3.987 3.596 0,-2.374 1.181 0,-1.267-1.734 1,2.944-2.951 0,-2.177 2.097-2,1.253-1.579 5,-1.200 0.994-2,0.499-1.373-2,-0.319 0.659 2,2.998 1.284-2,3.648 0.780 3,-6.751-5.566-1,1.052 1.958-1,-2.931-7.410-1,-0.405-0.826 0,24.282-4.453 4,-2.032-3.631-6,0.918-1.493 2,-2.243 2.328 0,3.655-2.812 2,1.946 0.104-6,-2.176 2.971 6,-1.887 0.816 0,-1.369-0.621 0,-0.756-0.469-1,1.042-2.426 1,1.153 0.118 0,-4.107 0.515 1,-6.529 21.553-1,-9.006-0.846-1,2.061-2.051-1,1.907 1.006-1,-1.028 3.085 2,0.439-0.022-2,1.322-0.041 2,-0.676-1.228 2,-0.855-0.033-2,1.879-0.471 2,1.953-0.354-4,-3.227-0.625 4,-2.650-2.397-2,-5.234-4.745 0,-0.413-2.748-1,0.392-0.558 0,-0.451-1.721-1,3.357-6.155 4,8.140-3.478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7:38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17735.000 10576.000 767,'13.479'2.728'-3,"-2.036"3.912"2,4.969 3.643-3,-4.641-2.688 2,-1.427-1.002 1,1.418 0.725-1,1.088 0.731 1,0.800 0.706-1,9.178 6.062-1,-0.090-0.145 2,-6.406-4.433-1,-0.019-0.484 1,0.396-0.520 1,0.672-0.524 0,6.537 1.910 1,-1.192-1.476 0,0.950-0.467-1,-2.346-1.622-1,0.094-0.802 0,-2.949-1.445 1,-0.419-0.668-1,1.604-0.258 0,-1.339-0.788-1,2.661-0.329 4,-1.853-0.911-1,-1.109-0.684 1,-3.317-0.630 2,-3.197-0.428-3,3.454-0.574 1,-3.282-1.154 2,1.107 1.148-1,-0.482 0.406 1,0.076 0.060-6,-0.440 0.039 0,-0.616-0.204 2,-10.482-11.786 5,-7.856 0.402-7,-2.571-1.930 1,2.395 3.957 0,-2.747-2.570 0,1.379 2.630 1,-1.587-0.949 0,0.976 1.545 2,-0.797 0.720-3,-3.976-2.256-1,4.031 3.724 2,-4.869-3.243-1,-1.067-0.488 0,5.500 3.749 0,0.358 0.123 2,0.670 0.241-1,-4.464-2.487-1,1.042 1.131 1,0.469-0.073 3,1.626 0.407-2,1.114 0.601-1,-0.969-0.119 0,-0.070 0.896 0,-0.286 1.497 0,-4.964 1.480 0,-1.643 1.439-1,5.383-0.099 0,0.807-2.102 1,20.011-3.393 5,2.473 7.111-4,1.698 0.008-1,4.434 0.000-2,-3.259 0.000 1,7.325 1.123-1,-3.032 0.954 0,-5.409-0.160 0,-1.913-0.061 0,4.576 1.189 10,-4.850-0.105-12,-22.574-2.906 8,-4.396-0.030-3,-1.600-0.002-2,6.139-0.001 0,-2.780 0.000-1,0.092-0.001 0,0.703 0.000 0,1.376-0.388 0,0.974-0.626 2,-0.454-0.748-1,-5.241-2.034 5,5.058-0.366 3,0.879 2.284-10,-0.576 1.878 5,-2.100 0.000-1,2.428 0.000-1,0.063 0.000 0,8.781-12.885 4,2.402-0.659-6,-11.025 15.237 3,8.113 11.422-2,-3.174 0.856 0,-1.967 2.716-1,-1.191-1.217-1,2.451-5.278 3,0.356-1.186 1,7.441-25.565 5,-0.957-2.245-9,0.000-0.736 0,0.000 7.566 1,0.000-0.031 1,0.000-3.072 0,0.000 0.144 0,0.000 2.930 1,0.000 0.942 0,0.000-7.818 0,0.111 2.142 1,0.438 5.667 1,7.082 19.327 3,-0.352 4.404-3,-3.357 0.824-3,1.158 4.013-2,-0.781-3.400 1,0.643 1.214 1,0.722 2.507-1,-0.307 0.126 0,-1.896-5.776 1,-0.342-0.516 0,-0.035 1.200 0,-0.488-0.346 1,-0.186-0.837 0,2.107 7.294 4,0.042-0.929-3,-0.731-3.328 2,-0.781-3.006-3,-0.629-24.952 6,1.432-4.073-7,0.865-6.129-3,-1.434 8.062 2,0.436-0.728-1,0.415-0.345 1,-0.436 2.010 0,-0.075 0.037 1,0.273-1.627-1,-0.357 0.781 1,0.547-3.258 2,-0.779 3.020 0,-0.727 3.160 0,0.793-3.818 1,-0.181 5.599 0,7.636 5.367 1,-3.463 14.418 5,-4.603 5.245-9,-4.094-3.167 0,-6.693-19.595 3,5.786-3.545-1,-1.327 0.340-12,-1.244-1.869 20,-0.513 3.307-10,-3.975 2.817 1,4.253-2.849 3,-9.733 10.973-4,-0.657 0.966-1,2.597 0.279 0,-1.332 1.195 0,2.664-0.134 1,-0.398 0.570 0,-2.117 1.506-1,-0.225 1.032 0,-3.684 2.699 1,0.323 0.500 1,2.618-0.869-1,1.118-0.072 1,3.807-2.023-1,0.669-0.110 1,-0.435 0.711 0,0.922-0.278 1,-8.221 7.678 3,4.844-2.594-2,5.287-3.309-2,18.282-8.577 5,1.014-0.051-5,13.755-0.746-1,-6.834-1.206 0,1.215-0.641-2,3.470-0.796-1,-1.054 0.113 0,1.523-0.115 1,8.883-0.908-1,0.806 0.298 1,-8.017 0.938 1,-0.824-0.069 0,2.197-0.367 1,-1.703 0.222 1,4.443-0.538-1,-4.886 0.663 2,-4.948 0.670 3,-4.568 0.623 0,-3.953 0.538-2,1.935-0.328 3,-1.744-2.797 5,-2.136-1.121-4,-23.593 3.455-4,-0.476 4.374-5,3.045 0.474 2,-1.076 1.356 0,-1.730 0.641-1,-3.825 0.354 2,1.652 0.122-1,1.102-0.315 0,-1.894 0.928 1,1.074-0.779 1,-3.393-0.099-3,0.553-0.523 3,6.857-0.442 0,-0.289 0.345 1,-0.710-0.223 0,0.351-2.159-2,-1.807-0.680 2,2.279 2.873-3,-0.101 0.534 0,2.817 2.299 1,1.525 5.144 1,2.742-2.088-2,-1.010 4.310-1,1.803-4.173 2,-2.949 7.308-1,2.437-5.546 0,0.979-0.869 1,17.365-4.156 7,4.732-6.635-9,-7.097-0.182 0,0.011-0.028 0,1.553-0.014 0,10.153-0.542-1,0.789-0.832 1,-8.841 0.096 0,-0.243-0.482 1,1.751-0.634 0,-0.425-0.168 0,-0.467 0.002 1,-0.472 0.119 1,-2.464 0.450 0,-0.673 0.186 0,2.243-0.174 0,-1.235 0.342-1,-1.247-0.033 1,8.426-2.350 2,-4.240 0.182 0,-3.361 0.538 2,-23.602 0.705-2,-4.279 2.555-5,-0.477 0.000 3,4.346 0.000-4,23.322-0.870 6,5.412-3.909-5,-5.049 1.623 0,10.944-2.065-1,4.027-0.069 0,-9.189 1.881 1,0.525-0.125 0,0.178-0.200-1,-0.091-0.251 1,2.281-0.624 0,-0.659 0.176 0,4.847-1.053 2,-3.749 0.798 1,-4.106 0.854 0,-3.957 0.815 0,3.225-0.989 1,-7.697-2.879 0,3.993 3.401 4,5.472 3.096 2,9.384 0.191-12,-9.875 0.145 2,-1.098-0.019 0,-2.233-0.048 1,-2.644-0.063 0,4.022-0.381 0,-9.145-8.717 5,-20.210 1.263 1,-7.360-0.298-4,-2.808-1.776-5,-5.426-2.799-1,4.683 1.486 2,-2.168-1.301-1,-1.277-0.721 1,-0.580-0.272-1,6.334 3.016 1,-8.054-3.832 2,0.380 0.288 0,1.098 0.670-2,-4.538-2.004 0,4.591 2.191 4,5.005 2.318 2,4.885 2.223-3,4.436 1.990-1,3.810 1.693 1,-1.898-1.338 9,1.795 0.375 11,1.416-3.967-16,1.894 0.112-5,-0.400-1.344 0,4.548 0.778 0,14.489 4.853 5,4.399 11.474-6,0.800 4.088-1,-1.172 0.500 2,-5.827-3.559 0,0.526 0.009 0,0.210-0.032 0,-0.024-0.061-1,6.271 4.964 2,-5.665-2.986 0,-1.993-1.117-1,3.153 3.503 4,-3.190-2.441-2,2.280-9.926-1,-22.258-3.961 5,-1.832 2.275-4,-4.708-0.839-3,-4.868-0.702-1,-0.811 0.106-1,-3.682-0.417-1,-8.246-0.867 0,-3.491 0.138 0,-13.984-1.263-1,-2.073 0.135 1,17.144 2.044 1,1.191-0.031 1,-15.150-2.263 0,7.885 0.820 1,8.679 1.034 1,8.395 1.072 1,7.481 1.000 6,6.269 0.870-3,0.691-0.130-1,23.514 2.825 1,3.533 1.436 9,3.889 2.243-4,-5.375-1.205-3,3.846 1.051-1,4.597 1.143-7,4.917 1.155-35,4.602 1.109 69,4.167 1.026-35,3.656 0.916-1,3.122 0.796 0,-3.513-0.983 0,1.487 0.122 1,-4.807-1.363 1,0.953-0.072 0,19.875 3.766 0,0.077-0.454 0,-2.196-0.980 3,-3.601-1.276-1,-9.309-2.109 0,-3.989-1.113 1,-4.280-1.066 0,-4.290-0.980 0,-4.115-0.876 6,-3.796-0.759 1,0.684-0.265 3,-5.243-0.585 2,-4.227-0.297-4,2.967 0.806-7,-2.701 2.720 1,-0.641 1.139 2,0.602-2.396-3,4.222-0.552-3,-0.552-0.973 1,-0.499-0.709 0,-2.593-0.702 1,-1.600-0.842 3,2.674 0.545 1,1.450 0.000-6,-2.581 0.000 0,-1.166 4.128 4,-5.506 8.955-1,-0.437 4.698-3,-1.362-1.014 0,-0.763 0.512 1,-0.287 5.621-2,-1.852-11.002 2,0.276 7.013 1,-0.886-6.718 0,-0.688-0.600 0,-0.298 2.610 9,0.374 1.973-10,0.022-2.543 0,0.005-0.822 4,2.699-29.285-3,4.309 0.493-3,-1.864 5.756 1,0.786-1.094 1,-0.079 0.994-1,0.737-0.178 1,2.402-3.338-1,-0.188-0.151 0,-2.134 3.104 2,-0.158-0.065-1,0.777-1.392 1,-0.149 0.420 0,1.846-3.956 0,-1.306 0.614 1,-2.026 3.545-1,-0.404 0.833 1,4.263-7.557 0,-0.880 0.076 2,1.002-2.405-2,-4.956 9.788-3,0.765-3.657 1,-2.093 2.857 2,0.621-4.374 3,0.372 3.057-3,1.072 2.709-1,2.957 19.211 1,-4.383 1.723 1,-3.080 3.850-2,-0.590 8.463-2,-0.191-0.907-1,-0.082-1.035 0,-0.044-9.689 2,-0.007 0.715 0,-0.009 4.326 1,-0.007 0.397 0,0.002-3.926-1,-0.002-0.409 1,-0.001 1.086-1,-0.001-0.806 0,0.001 0.455 1,0.001-1.178 0,0.000 0.261 2,-0.005 6.138 1,0.009-6.735-1,0.006 0.072-2,0.004-0.322 0,0.000 2.015 6,-8.428-25.508-7,1.348 1.013 1,0.248-2.315-2,0.797-1.449-1,0.100-0.632 1,0.267 1.538 3,1.445 2.348-1,0.936-0.321 1,1.080 0.918 1,1.277-0.033-1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18473.000 10015.000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18223.000 10190.000,'-11.000'0.000,"-1.000"0.000,1.000 0.000,2.000 6.000,4.000 3.000,0.000 1.000,0.000 2.000,1.000 0.000,2.000-1.000,3.000-1.000,-1.000 0.000,0.000 1.000,0.000-1.000,0.000 0.000,4.000-1.000,1.000 0.000,-2.000 1.000,1.000 0.000,3.000-1.000,0.000-1.000,0.000 0.000,1.000 0.000,-3.000 0.000,-7.000 2.000,-6.000-1.000,-3.000 0.000,0.000-6.000,0.000-8.000,0.000-4.000,0.000 1.000,-1.000 0.000,-4.000-5.000,7.000 7.000,-2.000-3.000,1.000 1.000,-1.000 0.000,-4.000-4.000,6.000 4.000,22.000 6.000,1.000 7.000,5.000 2.000,-7.000-1.000,2.000 0.000,1.000 2.000,-1.000-1.000,2.000 1.000,5.000 4.000,3.000 2.000,-3.000-1.000,3.000 1.000,0.000 1.000,0.000 0.000,1.000-1.000,0.000 1.000,8.000 3.000,-3.000-2.000,-2.000-2.000,-3.000-1.000,-2.000-2.000,-2.000-1.000,-1.000 0.000,-2.000-1.000,-2.000-2.000,-2.000 0.000,-2.000-2.000,-1.000-1.000,2.000 1.000,-11.000-15.000,-3.000-1.000,-4.000-2.000,-5.000-3.000,3.000 4.000,-7.000-15.000,2.000 5.000,1.000 1.000,2.000 3.000,2.000 4.000,1.000 4.000,0.000-3.000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18110.000 10115.000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17885.000 10202.000,'0.000'12.000,"0.000"-1.000,0.000-1.000,0.000 5.000,0.000-5.000,2.000 2.000,2.000 1.000,-1.000 0.000,0.000-3.000,1.000-1.000,2.000-1.000,3.000-4.000,0.000 3.000,5.000 1.000,4.000 0.000,-8.000-3.000,1.000 1.000,2.000 0.000,0.000 1.000,1.000 1.000,6.000 3.000,-1.000 0.000,-5.000-2.000,-1.000-2.000,-1.000-1.000,0.000 0.000,4.000 2.000,-1.000-1.000,5.000 1.000,-2.000-1.000,2.000-1.000,-2.000-1.000,1.000-1.000,2.000-1.000,0.000 0.000,0.000-1.000,1.000 0.000,1.000-1.000,-1.000 0.000,1.000-1.000,0.000 1.000,3.000-1.000,0.000 0.000,-1.000 0.000,0.000-1.000,1.000 1.000,-6.000 0.000,-1.000 0.000,4.000-1.000,-3.000 1.000,-5.000 0.000,-4.000-1.000,2.000 0.000,-21.000-7.000,-1.000-1.000,-1.000 0.000,0.000-1.000,3.000 2.000,-2.000 2.000,-2.000-1.000,0.000 0.000,1.000 0.000,-1.000 1.000,-1.000 1.000,1.000 1.000,-2.000 3.000,-3.000 0.000,0.000 1.000,3.000 0.000,-1.000 1.000,2.000-2.000,-1.000 1.000,-3.000-1.000,0.000-1.000,-2.000-1.000,2.000 0.000,1.000 1.000,1.000-1.000,-3.000-1.000,6.000 2.000,0.000-3.000,-4.000-5.000,5.000 1.000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17810.000 10240.000,'0.000'-11.000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17810.000 10240.000,'11.000'8.000,"-2.000"-2.000,0.000 0.000,1.000 1.000,3.000 2.000,1.000 1.000,-1.000-1.000,0.000 0.000,0.000 0.000,0.000 1.000,2.000 0.000,-1.000 0.000,1.000-1.000,1.000 0.000,-2.000-3.000,-1.000-1.000,2.000 0.000,-5.000-1.000,7.000 2.000,-2.000-2.000,2.000 1.000,-6.000-3.000,0.000-1.000,8.000 1.000,-9.000-2.000,7.000 1.000,-1.000-1.000,-5.000 0.000,7.000 0.000,-4.000 0.000,-4.000 0.000,3.000 2.000,-3.000 0.000,1.000 1.000,1.000-1.000,2.000 0.000,6.000-1.000,-8.000 1.000,0.000-1.000,0.000 1.000,-2.000-1.000,2.000 0.000,-3.000 0.000,1.000 0.000,3.000 0.000,0.000 0.000,0.000 0.000,-1.000-1.000,4.000 1.000,-5.000-1.000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</inkml:channelProperties>
      </inkml:inkSource>
      <inkml:timestamp xml:id="ts0" timeString="2026-10-11T08:25:22"/>
    </inkml:context>
    <inkml:brush xml:id="br0">
      <inkml:brushProperty name="width" value="0.0881944444444444" units="cm"/>
      <inkml:brushProperty name="height" value="0.352777777777778" units="cm"/>
      <inkml:brushProperty name="color" value="#e9f4ff"/>
      <inkml:brushProperty name="tip" value="rectangle"/>
      <inkml:brushProperty name="rasterOp" value="maskPen"/>
      <inkml:brushProperty name="ignorePressure" value="0"/>
    </inkml:brush>
  </inkml:definitions>
  <inkml:trace contextRef="#ctx0" brushRef="#br0">18473.000 10352.000,'0.000'-11.000,"-1.000"-1.000,-10.000 10.000,0.000 2.000,-1.000 0.000,-2.000 0.000,-2.000-1.000,-5.000-2.000,0.000 0.000,3.000 1.000,3.000 0.000,-1.000 1.000,1.000 0.000,0.000 1.000,1.000 0.000,-2.000 0.000,1.000 0.000,2.000 0.000,-1.000 0.000,0.000 0.000,2.000 0.000,1.000 1.000,-1.000-1.000,-1.000 0.000,-2.000 0.000,-1.000 0.000,3.000 0.000,0.000 0.000,-5.000 0.000,0.000 2.000,3.000 1.000,-4.000 3.000,5.000-1.000,2.000 2.000,3.000 1.000,0.000 6.000,1.000-2.000,1.000 1.000,2.000-2.000,2.000 2.000,2.000-2.000,3.000 1.000,3.000-1.000,5.000-6.000,0.000-2.000,3.000 1.000,-3.000-2.000,1.000 1.000,10.000 2.000,-6.000-2.000,-1.000-1.000,0.000-1.000,-2.000 1.000,0.000-1.000,-2.000 0.000,0.000-1.000,6.000 1.000,0.000-2.000,0.000 0.000,-2.000 0.000,-1.000 0.000,-2.000 0.000,1.000-1.000,-2.000 1.000,7.000-1.000,-5.000 2.000,-2.000-1.000,1.000 1.000,7.000-1.000,-3.000 0.000,-3.000-2.000,5.000-3.000,0.000 0.000,-3.000 2.000,-4.000 1.000,3.000 1.000,-3.000 1.000,-1.000-3.000,1.000-1.000,1.000 2.000,1.000 3.000,-1.000 0.000,-1.000 0.000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7:50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17135.000 10415.000 767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7:54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17335.000 10277.000 767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8:04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17423.000 10315.000 767,'18.340'14.994'0,"-3.764"-3.078"0,0.246 0.134 0,2.295 1.762 0,1.417 0.888 0,0.722 0.221 0,-2.256-1.833 0,-0.049 0.005-24,1.879 1.257 19,-0.965-1.114 4,2.518 1.576 1,-2.307-1.722 1,-5.105-3.658 0,-1.366-0.902 0,0.122 0.002 4,-1.698-1.492-1,6.303 3.524 1,-4.049-3.043-1,-1.312-2.900-3,3.519-1.005-1,3.028 0.121-1,1.646-0.553 0,-7.400-1.733 0,-0.624-0.331 0,0.919-0.153 0,7.044 0.110 0,1.157-0.273-1,-3.946-0.312 1,-0.101-0.130 1,0.057-0.109-1,0.169-0.090 0,-2.337-0.075 0,-0.506-0.045 1,-0.633-0.034 1,-0.708-0.027 0,0.767-0.027-1,-1.034-0.015-1,2.036-0.040 17,-2.843 0.001-19,3.159-0.070-1,-25.551-0.008 7,-0.308 0.177 0,-1.536 0.000-1,-0.388 0.000-4,-5.985 0.000-1,7.897 0.000 1,-0.837 0.000 0,-0.598 0.000 1,1.526 0.000-1,0.108 0.000 1,-4.807 0.000 0,1.792 0.000 0,2.148 0.000 2,-5.768 0.000 0,3.605 0.000 1,0.575 0.000 5,1.676 0.000-6,-3.198 0.000-1,-1.236 0.000-2,3.061 0.000 1,1.976 0.000 1,-9.160 0.000 1,7.735 0.000-2,-0.501 0.000 0,-6.082 0.000 2,3.905 0.000-2,0.953 0.000 0,3.082 0.000 2,0.080 1.707 4,0.474 8.001-5,1.350 1.437-1,0.362 2.793-1,-1.505 2.962 1,1.411-1.164-2,2.603-2.837 2,2.120-1.987 1,2.173 0.160 3,9.197-2.016 2,4.649-9.130-4,-0.342-1.048-2,0.309-2.865 0,2.689-3.916 0,-4.123 2.918 1,3.547-0.816-1,-2.848 0.582 2,2.866-0.643-2,-3.188 1.591 2,0.467-2.884 0,-2.442-0.481-1,0.448-0.780-1,2.603 1.170 1,0.204 2.935 0,0.077 3.124 0,-9.380 12.173 0,-2.198 0.111 1,-2.672 0.389 1,-7.198-2.008-3,-0.122-1.924-1,7.432 3.286 2,2.519 0.252 2,-1.023-24.642 0,-2.885-0.143-4,1.166 2.536 0,0.422-0.235 2,0.522-0.448-2,1.405-0.190 3,0.683 0.113 2,-0.282-0.034-4,0.006-0.419 0,0.000-1.663 1,0.000 0.397 0,0.000-0.004-1,0.000-1.584 0,0.000 3.966 1,0.000 0.238 0,0.000 24.659 6,0.000-0.950-8,0.000 1.977 1,0.000 1.134 0,0.000-2.726 1,0.000-1.239 0,0.000 0.687 1,0.000 0.263 0,0.000-0.342-2,0.000-0.975 2,0.000 0.792-1,-3.357-0.604 0,-4.950-2.182 0,-3.511-7.354 0,-0.218-5.756 0,-1.505-3.698-1,3.524 1.471 0,-1.069-3.943-2,2.935 2.229 5,-0.651-6.255 0,4.118 3.467-3,-0.558-0.601 0,-1.639-1.872 0,-0.631-0.021 0,1.491 1.220 0,0.562-3.042 3,2.844 1.210-1,1.976 1.770-1,0.780 0.205 4,0.357 0.133-6,0.029 22.391 4,-0.527 1.329-1,0.000-0.684-3,0.000 0.235 1,0.000 1.565 1,0.000 0.336 1,0.000-2.518 0,0.000-22.304 0,0.000-6.387-4,0.000 4.287 1,0.000 1.776 1,0.000-2.698 0,0.000 1.493 6,0.000 1.351-9,0.000 22.331 8,0.000 3.677-4,0.000 4.491-2,0.000-0.523 0,0.000 2.417-1,0.000-9.877 3,0.000 8.574 0,0.000-7.650-2,0.000-0.887 0,0.000 7.984 2,0.000-6.791 2,0.000 2.565 0,0.000-0.572 3,0.000-2.546-5,0.000 2.071 2,-0.389-2.037-2,-3.150 0.222-2,-0.670 0.481 2,0.957 0.533 0,1.422-0.545 0,-4.250-3.455 1,-8.756-14.075-1,3.823 1.537 0,0.794-1.460-1,-0.234-3.912-1,1.328-3.141 2,2.275-1.410-1,0.340-3.310 0,0.961-2.888 0,1.649-1.510 0,1.726 0.116 0,1.331 2.784 2,0.647 3.397 1,0.261-0.846-2,0.144-0.599 0,0.021 0.664 1,-0.033 2.009-1,-0.023-1.607 1,-0.076-1.889 1,-0.071 0.579-3,2.715 2.901 1,1.917 3.236 2,0.999-1.281-3,1.510 2.378 2,1.543 0.061-1,-2.641-1.641 0,-1.476 0.169 1,7.341 11.105-2,-1.903 6.094 2,-2.714 1.749-1,-2.224 5.715-2,-3.907-2.968 2,-0.634 3.223-1,-0.516-2.657 0,-0.160-0.766 2,-0.106 0.397-2,-0.050-0.053 2,0.094 1.097 0,0.198 0.871 1,-0.007-2.008-2,-0.002-0.137-2,-0.002 1.397 2,-0.002 4.811-2,0.000-6.103 2,0.000 2.059 1,4.430-26.829 4,2.722 3.689-8,4.746-1.975 1,1.284 1.242 0,5.660-1.900 0,-4.783 4.987 1,0.860 0.788 1,-2.743 1.374-1,0.186-0.307 0,-1.441 0.495 0,0.138-0.203 0,2.062-0.701 1,0.600 0.318 0,-0.749 0.635 0,1.394-0.325 0,5.142-1.571 0,1.029-0.043-1,0.494 0.135-1,-6.375 2.155 1,0.176-0.006 0,6.283-1.916-1,3.690-0.750 0,0.334 0.488 0,0.216 0.352 4,0.126 0.239 0,-3.659 1.118-3,-1.310 0.545 0,-1.618 0.603 0,-1.759 0.619 0,1.543 0.092 1,-2.651 0.843 0,-4.480 0.950 5,0.086 0.292 0,6.275 0.010 1,-6.015 1.025-3,0.122 0.932-3,-14.263-11.565 5,-10.359 10.714-5,-0.909 0.099-1,-3.123-0.007 0,5.026-0.001-1,-2.256 0.000 1,-0.510 0.000 2,2.317 0.000-1,0.298 0.000 0,-0.613 0.000 0,-6.840 0.000-2,5.106 0.000 2,1.818 0.000-1,-1.031 0.000-1,-0.696 0.000 1,-0.423 0.000-1,1.644 0.000 1,-0.109 0.000 0,-1.626 0.000 1,0.558 0.000 0,2.105 0.000 0,0.244 0.000 0,-2.713 0.000 0,0.879 0.000 0,-0.066 0.000 3,1.617 0.000-3,-7.335 0.000 1,6.786 0.000 1,1.002 0.000 0,-0.339 0.000-1,-1.167 0.000 0,-4.815 0.000-1,-2.456 0.000-3,9.203 0.000 2,-3.045 0.000-1,1.800 0.000 1,-5.665 0.000 0,5.624 0.000 2,23.587 0.000 5,0.214 0.000-4,2.255 0.000 0,-2.316 0.000-4,2.103 0.000 0,6.083 0.000-1,1.649 0.000 1,0.447 0.000-1,-4.592 0.000 1,-0.396 0.000 1,-0.481 0.000 0,-0.517 0.000 0,3.115 0.000 3,-0.986 0.000-1,-1.872 0.745-1,0.481 1.205 1,-3.152 0.207 0,0.801 0.615 0,3.308 0.869-2,1.279 0.163 0,-1.646-0.288 0,0.568 0.248 0,8.522 2.155-1,0.095 0.352 1,-4.701-0.791-1,2.290 0.772 2,-1.308-0.311 0,1.773 0.515-1,-4.165-1.059 1,-4.293-1.102 1,-3.988-1.028 0,2.144 0.752 1,-6.392 4.003 1,3.115-2.848 0,17.797 0.258 4,-2.328-2.031-10,-4.788-1.104 0,3.327-0.145-1,7.687 0.065-1,3.509-0.278 0,1.981 0.017 0,0.805 0.227 2,-4.892-0.228 1,-0.360-0.037-1,3.440 0.147 1,-2.104-0.187-1,-2.546-0.222 2,-2.743-0.237 3,-1.771-0.176 0,-3.825-0.251 0,-3.763-0.226 2,-3.526-0.197 0,-0.689-0.098 1,-4.748-0.186 0,0.520-0.031 2,-6.175 9.340 0,-3.952 1.749-2,-1.479 0.008-5,-0.049 2.300-2,-0.031-1.772 0,0.236 0.185 2,10.106-7.844 4,-8.911 8.650-2,4.763-2.884-4,4.897-7.539 2,-0.081-2.744-1,1.929 0.297-1,1.300 0.000 1,-3.181 0.000 1,25.167 0.000-3,-6.350 0.000-1,-7.397 0.000 1,0.350 0.000 1,-3.037 0.000 0,-0.401 0.000 0,1.772 0.000-1,-1.400 0.000 0,0.384 0.000 4,-2.251 0.000 1,0.154 0.000 18,-4.135 0.000-23,2.970 0.000 0,-27.925 0.000 5,-0.486 0.000 0,-0.161 0.000 1,0.004 0.000-1,-1.673 0.000 0,1.458 0.000-4,-12.898 0.000-2,3.266 0.000 1,-5.092 0.000-1,-0.074 0.000 0,-3.171 0.000 0,-12.517 0.000 0,-2.017 0.000-2,14.363 0.000 3,-21.170 0.000-3,4.711 0.000 3,6.511 0.000 1,7.110 0.000 2,6.908 0.000 1,6.225 0.000 3,5.297 0.000-2,-2.548 0.000-3,5.441 0.000 1,-1.896 0.000 5,-6.774-0.307 8,6.821-0.509-4,0.272-0.364-5,-1.027-0.521-6,-8.270-1.691-1,1.455-0.188 0,2.626 0.192 1,3.120 0.404 0,3.157 0.505 2,-3.735-0.956 1,4.947 0.946 0,7.536-8.236 15,17.474 9.665-16,15.754 1.318-3,-4.996 1.088-1,-7.406-0.310 1,1.957 0.095 0,14.461 1.433-2,3.738 0.417 1,1.937 0.048 2,-4.212-0.460 0,-1.180-0.258 0,-8.867-0.702 1,-1.410-0.200-1,-1.468-0.200 0,-1.456-0.193 1,3.141-0.010 3,-3.181-0.263 1,-3.206-0.222 2,-3.033-0.180-2,-0.995-0.138 0,3.325-0.184 2,-5.833-0.632 4,4.729 0.409-4,-2.269-0.046-7,-16.583-10.652 2,-9.388 4.294 2,0.207-0.982-4,-4.318-2.471-1,6.804 3.782 2,-1.818-1.196-1,-0.127 0.169 0,-0.036 0.042 1,0.747 0.396 0,0.932 0.425 0,0.028-0.159 1,-4.513-3.389 3,3.760 2.024-2,2.442-0.344 1,-3.066 4.436 1,-0.452-2.555-1,-2.963-1.561-4,0.945 0.543 0,-1.373-1.013 1,5.158 3.448 0,-7.957-3.175 2,3.067 1.485 0,1.162 0.916-1,-2.801-0.525 1,0.207 1.302-2,2.383 1.270 0,-8.106-2.648 0,10.799 2.968 1,0.287 0.112 0,-10.501-2.794-1,1.870 1.497 0,5.473 1.943 2,2.715 1.236 1,-3.775 2.231-1,0.003-1.068 0,3.981-0.541-1,-0.428-0.367 0,-1.843-0.526-3,-3.675-0.675 1,-1.038-0.196 0,-2.507-0.345-1,0.679 0.158 2,0.900 0.270-1,0.999 0.332 1,-1.499 0.049 0,3.150 0.504 3,3.255 0.449 0,-4.453-0.111 0,6.128 0.892 1,-3.330 0.846 2,-4.754-0.350-2,6.580-0.082-5,-7.311 0.001 1,1.110-0.022-1,7.221-0.016 0,-0.893-0.004 2,-4.643-0.001 0,1.436-0.003 0,2.234-0.002-1,2.532 0.000 0,-4.040-0.005 0,4.190-0.001 2,23.379 0.008 12,10.099 0.001-17,-4.033 0.000 2,1.948 0.000-2,-3.624 0.000 2,0.112 0.000 0,-2.190 0.000 0,-0.142 0.000 1,5.342 0.000 0,-1.553 0.000 0,-4.831 0.000 2,-1.171 0.000 0,-0.842 0.000 0,2.194 0.000 0,-2.536 0.000 2,3.703 0.000 1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6:34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15702.000 9150.000 767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7:31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17532.000 10440.000 767,'6.168'0.000'0,"0.533"0.000"0,-0.117 0.000 0,0.002 0.000 0,-0.561 0.000-8,3.198 0.199 10,4.549 1.342-4,-4.278-0.320-1,0.961 0.127 0,0.613 0.045 0,-1.140-0.011 0,0.480 0.309 1,4.000 0.915-1,0.053 0.126-1,-0.289-0.037 2,-0.521-0.155 4,-3.786-0.764-3,-0.354-0.148 0,4.325 0.518 0,-1.205-0.394 3,-1.291-0.374 1,-1.262-0.336-1,-1.164-0.291 1,-1.025-0.240-3,2.925-0.053 2,-4.015-0.348 1,-0.631-0.100 0,4.201-0.161-1,-2.298-0.083-1,1.192-0.008-2,0.599 0.087 3,-2.237 0.080 0,3.924 0.018-5,0.415 0.033 3,-0.227 0.019-1,-5.718 0.007 1,0.389 0.001-1,0.489 0.001 1,-0.319-0.001-1,0.033 0.001 1,-0.066 0.000-1,1.440 0.000 1,-0.573-0.001 0,-0.672-0.001 0,-0.672 0.000 1,2.512 0.000-1,1.692-0.001 2,-1.540-0.001 0,-1.679 0.000-2,1.830 0.000-1,-2.873 0.000 2,-0.006 0.000 0,0.218 0.000 0,2.358 0.000-1,2.787 0.000-1,-0.525-0.305-1,-1.062-1.775 1,-0.997-1.774 0,-0.715 0.113 2,-0.423 1.004-1,-0.200 1.092 1,-1.156 0.910 0,0.000 0.065-1,1.016-1.985 1,0.917-1.014-1,0.530-0.760 0,0.994-1.546-2,0.260 0.318 2,-2.090 2.190-1,-1.130 1.245 1,0.868-1.447-1,1.152-0.777 4,0.915 0.597-3,-1.934 1.458-1,-1.121-1.031 1,1.252-1.180 1,-0.420 1.202-1,2.621 0.511 0,0.647 1.093 0,0.127 0.859-1,-3.651 0.618 0,-0.424-0.085 1,-0.029-0.378-1,-0.265-0.476 2,-0.391-0.499-1,-0.186-0.266 0,4.533-1.670-1,-2.005 1.169 1,-1.858 1.072 2,1.299 0.557-1,-1.299 0.809-1,-0.421 0.249 1,0.222-0.003 0,1.798-0.069 0,-2.169-0.066-2,1.861-0.015 1,1.200-0.010 0,-0.432-0.004-1,-0.581-0.000 0,-1.841 0.001 1,1.094 0.001 0,3.359 0.000 0,0.519 0.002 0,-0.167 0.000-2,-0.852 0.000 2,-1.191 0.000 1,-0.487 0.000-2,0.850 0.000 1,-0.227 0.000 2,-1.050 0.000-2,-0.971 0.000 0,0.306 1.004-1,0.026 3.802 3,-1.426-1.741 0,4.014 0.066-3,0.340-1.152 0,-1.038-0.973 0,-0.671-0.592 0,0.187-0.353 2,-0.617-0.169-1,-0.434-0.030 1,-0.246 0.026-1,-1.154 0.042 1,0.256 0.025-1,0.043 0.043 0,0.035 0.011 0,1.037-0.009 0,-1.691 0.000 1,0.386 0.000-1,0.749 0.000 0,1.651 0.000 0,-1.601 0.000 0,-1.230 0.000-1,0.139 0.000 0,-1.194 4.979 2,-4.291 1.702 1,4.402-2.986-1,1.129-4.045-1,-3.351 5.627 0,0.336-0.130 0,4.595 0.566 0,1.956-0.123-2,-1.429-1.590 0,-1.851 1.077 0,-1.197 2.617 2,-0.797 1.113 1,0.174-2.142-2,-0.287-1.461 3,-1.237 0.024-1,2.135 1.137 0,1.751-2.185 0,-1.786-0.107-1,-5.167 2.610-1,-1.655-0.813 1,-2.945-1.507 0,0.265-0.110 0,-0.221-0.058 0,-2.740-3.720 0,0.571-0.362 1,-0.716 0.212-2,-1.224 2.136-1,-1.709 1.567 0,1.318-0.854 3,0.889-0.659-3,0.588 1.395 2,-0.732 0.888 2,0.558-1.309-2,-1.791-0.715-1,-0.391-0.682 2,0.016 0.896-1,-0.179 0.406-2,0.316 1.308 1,-0.551 0.347 0,4.250-2.657 0,-2.821 0.492 1,-0.298-0.389 0,0.066-0.418-1,3.094-0.911 0,-0.349-0.164 0,-2.647 0.411-1,-0.317 0.342 3,1.050-0.095-1,-0.058 0.031 0,-0.282 0.234 0,-0.446 0.376-1,-3.658 1.118 1,-0.264 0.016 0,0.014-0.210-1,2.106-0.363 0,0.343 0.289-1,-1.385 0.924 1,0.360 0.325 0,0.334 0.252 1,3.974-1.714 2,-0.214-0.121 0,-5.225 1.410-3,0.375-0.612 0,0.773-0.657 1,3.829-1.200 1,0.292-0.298-1,0.216-0.004 1,0.147 0.214-1,0.093 0.100 0,0.046 0.011 2,0.013-0.055 1,-0.017-0.104-2,-2.185 0.298-1,0.326-0.284 0,0.454-0.294 0,-1.273 0.786 0,2.765 0.278 0,0.669 0.099 0,0.508-0.121 2,-2.119 1.564 1,-0.679 0.666-3,2.237-1.615 0,-0.181-0.259 0,-0.035-0.348-1,-2.019 0.204 1,2.394-0.901-1,-0.299 0.324 1,0.308-0.148-1,-0.681 0.010 2,-0.541-0.059-1,-0.414-0.112-1,-0.307-0.145 1,-0.212-0.164-2,-0.138-0.173 1,-0.073-0.175-1,-0.024-0.169 1,0.011-0.156 1,0.042 0.125 0,0.061 0.335 0,-1.441 0.440 0,-0.432 0.116 0,2.428-0.237 1,-0.075 0.315-1,-5.516 1.766 0,0.034 0.089-2,0.259-0.214 1,1.205-0.573 0,0.340-0.411 1,0.320-0.433-1,0.606-0.098-1,0.758 0.131 3,0.808 0.275 0,-1.889 0.666 0,2.521-0.847 1,-0.115-0.241 0,-0.175-0.285 1,-0.482-0.219-1,0.388-0.323-3,0.522-0.286 0,0.201-0.244-1,-0.018-0.199 2,-0.158-0.155 2,1.188-0.115-2,0.179-0.066 0,0.221-0.047 0,-0.226-0.038 0,0.300-0.022 0,0.297-0.010 1,-3.031-0.040 0,-0.555 0.013 0,2.856 0.046 0,-0.059 0.009-1,0.092 0.010 1,0.181 0.009-2,0.233 0.008 0,0.250 0.006 1,-0.164 0.005-1,0.285 0.005 1,-5.270 0.004 1,1.327 0.006 0,1.372 0.002 0,1.402-0.001-2,1.040-0.002 1,-1.639-0.058 1,12.038-4.329 1,1.267 1.674-2,0.008 0.000 1,0.001-0.001 0,1.177-1.727-1,0.021-1.730 0,0.809 0.602-1,4.429-2.808-1,-3.681 2.909-1,0.729-0.243 1,-2.277 1.271 1,-0.276-0.226-1,0.693-0.668 1,-0.133 0.250-1,-1.765 1.505 1,0.032 0.278-1,1.884-0.908 3,0.130-0.019 1,0.588-0.136 2,-0.162 0.392-3,-0.255 0.488-1,-0.710 0.365 0,-0.062-0.138-1,-0.827 0.449 1,0.064 0.133 0,1.969-0.863 1,-0.159-0.075-1,-0.276-0.140 1,-1.179 0.291-1,-0.030-0.365 0,0.702-0.413-1,0.302 0.172 0,0.365 0.341 1,3.286-1.528 1,-3.194 1.628-2,0.213 0.142 0,-1.146 0.367 1,-0.366-0.210-1,-0.230-0.036 2,-0.121 0.094-1,-0.035-0.083 0,0.029-0.211 0,1.965-1.560 2,-0.202-0.240-1,-0.308-0.137-1,-1.966 1.522-1,-0.011 0.254 1,2.940-1.327-1,-0.514 0.934 0,-0.677 0.929 2,-0.715 0.846 1,0.413 0.412-1,1.790-0.786-2,0.484-2.440 4,0.272-2.183 0,-4.731 3.584-4,3.756-2.226-1,-1.402 2.268 7,-1.207 1.416-9,-11.856 2.866 8,-0.578-0.595 1,-0.342 0.024-7,-2.577 0.271-1,3.473 0.462 2,-1.192 0.591 0,-1.444 0.665-1,-1.307 0.426-1,-1.159 0.231-1,-1.278 0.077 2,-1.319-0.041 0,-0.763 0.144-1,-0.316 0.277 0,-0.245 0.365 1,-0.181 0.417 0,-2.342 1.136-1,0.003 0.529 1,2.294-0.606 1,0.080-0.112 2,0.340-0.258-1,0.519-0.358-1,0.635-0.149 1,0.699 0.011 0,0.721-0.139 1,0.713-0.245-1,2.154-0.760 1,0.442-0.260 2,-2.305 0.402 0,0.665-0.493-1,1.806-0.684 1,0.402-0.341-1,0.336-0.038 0,0.271 0.186-1,0.213 0.077-1,0.165-0.006 1,0.389 0.203 0,0.546 0.350 0,0.373 0.178-1,0.228 0.041 0,0.112-0.058 0,0.023-0.136 0,-0.046-0.186 1,-0.097-0.217 1,-0.128 0.037-2,-0.151 0.228 0,-1.091 0.434 0,-0.161-0.042 0,-0.617 0.039 0,0.168-0.271-1,0.277-0.315 0,1.589-0.614 1,0.042-0.214-1,-5.087 1.638 1,5.241-0.882 1,0.122 0.043-1,-1.149 0.683 3,0.407 0.188-2,0.456 0.183-1,0.456 0.165 0,0.407 0.113-1,-2.071 2.100 0,2.974-0.945 1,10.619-3.677 5,-0.134-0.959-1,4.783-2.429-5,-4.479 0.720 0,0.596-0.067-1,4.295-1.785-1,-5.370 1.436 2,0.232-0.079-1,0.485-0.244 0,0.659-0.362 1,0.494-0.165 2,0.353-0.011 0,2.764-0.717-2,0.047 0.345-1,2.666 0.154 0,-3.916 1.287 0,0.080 0.290 3,-0.301 0.009-1,-0.572-0.202 0,1.017-0.380 0,0.030 0.033-1,1.391-0.200 1,-0.618 0.278 2,-0.789 0.326 0,-0.851 0.338-3,-0.840 0.322 0,-0.778 0.293 1,-0.685 0.255 1,-0.582 0.210 1,5.058 0.010 2,-1.138 0.397-2,0.199-0.863-2,-1.178-2.016 0,-2.636-1.593 1,-2.249-0.817-1,0.839 0.147 1,2.292 0.400 0,1.215 1.519-1,0.791 1.358-1,0.438 0.999 0,1.558 0.660 1,-1.155 0.396-1,-2.767 0.065 2,-1.082-0.010-1,2.046 0.018 1,-14.616-0.118-2,-2.506-0.091 3,-1.441 0.000 0,-4.608 0.000-5,4.749 0.000 1,0.544 0.000-1,-0.716 0.000 0,-0.718 0.000 1,-0.692 0.000 0,-0.647 0.000 0,-0.592 0.000 1,-0.527 0.000 0,-0.461 0.000 0,-0.126 0.271 0,0.134 0.462-1,0.320 0.321 1,0.447 0.201 0,0.530 0.105 1,0.568 0.030-1,0.578-0.027 1,0.564-0.071 1,-0.816 0.055 1,0.682-0.154 1,-1.410 0.036 0,1.433-0.257-1,1.430-0.237-1,1.322-0.204 0,1.459-0.186 0,-4.555 0.012 1,1.643-0.297 1,2.217-0.151 1,-0.811-0.101-4,1.631 0.725 1,5.313 5.559 1,1.248-0.033-1,-0.194 0.929 0,3.137-1.167-1,3.211-3.414 0,1.113-1.033-1,0.590-0.700-1,-1.097-0.426 1,2.796-0.163 0,2.342-0.128 1,-5.842-0.003 0,0.471-0.014-1,-0.115-0.001 0,-0.180 0.004 0,-0.209 0.004 0,5.565-0.031 1,-5.329 0.050 1,5.034-0.007 0,-1.950 0.024 0,-1.341 0.013-1,-0.782 0.007 0,-0.371 0.001 1,-0.173-0.000-1,-0.495-0.002 1,2.328 0.000-1,-1.183-0.002 0,-1.117 0.000 0,-0.282 0.000 1,0.430 0.000 0,2.608 0.000 0,-2.831 0.000-1,4.327-1.154-2,-0.391-1.545 1,1.041-0.460-1,-4.598 1.441 1,-0.037 0.174 0,-0.131 0.215 0,-0.185 0.230 1,-0.209 0.221-1,0.246 0.148 1,4.262-0.111 1,-2.792 0.554 1,0.184 0.337-2,-1.138 0.118 1,1.222-0.017 2,-14.193-0.082-5,-0.918-0.069 2,0.214 0.000 3,-3.499 0.000-3,3.582 0.000-2,-0.830 0.271 0,-0.620 0.462 0,-0.980 0.321 0,-1.217 0.201 4,-2.884 0.670-9,-1.087 0.613 4,-3.159 0.854 3,-0.038 0.068-3,0.459-0.177 0,6.469-1.307 1,0.379-0.160 1,-4.615 0.593-1,1.328-0.431 1,1.427-0.415 1,2.636-0.498 2,0.737-0.247 5,-0.493-0.154-4,0.901-0.236-2,0.810-0.184 2,0.048-0.144 1,0.910-0.117-4,-4.284-0.196 1,2.831-0.047 1,1.811 0.040-1,-1.032 0.017 0,-0.097 0.125 1,1.037 0.243-2,-0.072 0.729 1,3.588 4.670 0,3.107 0.829-1,-0.389 0.411 0,0.014-0.346 1,6.986-3.212-1,-0.863-2.610 0,0.526-0.641-1,-0.317-0.138-1,-0.014 0.150 2,-0.294-0.007 1,0.439 0.000 0,0.951 0.000-1,1.479 0.000-1,-0.991 0.000 0,0.205 0.000 0,0.388 0.000 0,-0.001 0.000 0,-0.053 0.000 1,0.821 0.000 0,0.578 0.000-2,-1.301 0.000 1,-0.189 0.000 0,-0.315 0.000-1,0.725 0.000 1,-0.604 0.000-1,-0.619 0.000 3,-1.009 0.000 1,-0.437 0.000-1,5.456 0.000 1,-0.668 0.000 0,-2.935-1.005-1,-2.317-1.500-2,1.043-1.108 3,1.068-1.183 0,-1.179 0.105-3,-1.198 0.289 0,-0.771 0.482 0,3.105 0.160 0,1.378 2.306 5,-1.835-0.855-4,0.391-1.071 1,1.904-0.139-2,1.616 0.535-2,-0.722 1.146 2,-1.684 0.959 1,-0.997 0.519 1,2.019 0.254 0,-3.565 0.135 0,-0.185 0.032-2,2.591-0.143 0,-1.967-2.061 0,-0.149-1.910 2,-1.357 0.391 0,1.246 0.193 0,-0.506 2.086-2,0.135 1.116 2,0.400 0.430 0,1.125 0.076 0,-0.867-0.147-1,0.604-0.080 0,-0.928-2.792 0,-1.008-3.332 1,0.420 1.865-2,0.050 2.420 0,0.786 1.273 1,0.856-0.649 1,-0.290-2.316-1,-0.387-1.284-1,-0.245 1.423 1,-0.069 1.795 3,-0.346 1.364-6,-12.163 0.436 6,-0.007-0.215 0,-1.005 0.000-3,0.056 0.000-2,-0.132 0.000 0,0.737 0.000 1,-1.585 0.000 0,1.776 0.000 1,-1.458 0.000 0,-0.002 0.000 0,-3.349 0.000-1,1.521 0.000 0,-2.457 0.000-1,-0.432 0.000 0,2.747 0.354 1,-0.577 0.588 0,1.061 0.169 0,-0.102 0.174 0,-0.281 0.085 0,-0.410 0.012-1,-0.217-0.039 0,-0.064-0.078 2,-0.223-0.104 0,-0.328-0.120 0,-0.129-0.127-1,0.029-0.128 0,0.143 0.147 1,0.223 0.345 1,-1.142 0.461-2,0.454 0.117 0,3.282-0.268 1,0.585 0.310 1,-1.994 0.977 0,0.059 0.108-1,-1.218 0.413 2,0.572-0.276 0,0.694-0.383 0,0.733-0.429-3,0.711-0.433 0,0.652-0.408 2,-0.070-0.279-1,0.791-0.383 2,-4.399-0.034 1,2.489-0.645-1,-0.104-0.223-1,1.651 0.223 0,0.876 1.317 1,6.097 5.006-2,6.011-0.964 2,1.463-4.971-1,1.703-0.257-3,-1.006-0.184 0,2.646-0.050 2,-4.403-0.027-1,3.956-0.013-2,-3.679 0.004 2,0.732-0.003 0,0.545-0.000 0,0.383 0.001 0,3.453-0.005 2,0.271 0.003-3,0.036 0.002 0,0.366 0.002 0,-0.891 0.004 2,-1.072 0.001-1,-1.676 0.003-1,-0.900 0.001 1,-0.798 0.002 4,-0.045 0.001 0,-0.885 0.001 0,4.243 0.001 1,-4.050-0.001-3,2.804 0.221 0,-2.552 0.417 1,-0.796 1.681-1,-6.038 3.745-1,-5.675-1.277 1,-1.940-4.150 1,-2.165-0.286-4,-0.136-0.212 0,0.866-0.106 0,-1.686-0.050 2,4.176-0.006 0,0.240-0.004 0,-4.664 0.136-1,3.288 0.951 0,1.659 2.635 2,4.553 2.969 1,6.291-3.055 0,1.471-3.866 0,0.512 0.259-1,1.605-0.002-2,-0.379 0.000 1,-0.185-0.271-2,-1.452-1.516 1,1.262-1.040 0,2.897-0.552 1,-4.450 1.763 0,0.081 0.215-1,0.640 0.119 0,-0.330 0.286 0,-0.430 0.260 0,4.378-0.108 1,-2.329 0.543 1,-1.748 0.281 0,0.627-0.107 0,-1.295-2.205-1,2.422-1.597 1,0.907-0.081 0,0.210-0.889-3,-0.844-0.405 1,-0.214 1.127 1,2.771 0.709 1,0.553-0.110 0,-0.775-0.776-2,-0.681 0.639-1,-3.737 0.700 1,0.712-1.726 2,0.727 0.020 2,1.141 0.948-2,0.075 1.361-2,-1.466 1.226 0,0.991 0.744 2,-2.325 0.643-1,-0.073 0.206 1,0.013-0.365 0,-0.214-4.996 1,0.346-0.930-2,0.030 3.324-1,0.402 1.232 0,0.418 0.738 0,0.449 0.395 1,-0.334 0.215 0,-0.607 0.089 0,-0.118 0.035-1,1.319 0.013 2,-1.549-0.086-1,-0.170-0.052 1,0.283-0.035 0,0.161 0.016-1,-0.038 0.000 1,1.450 0.000 0,-0.161-0.271-3,-1.189-3.836 0,0.103-1.254 3,0.249 1.607-1,0.083 1.905-1,-0.355 1.914 2,-0.341 0.194-1,1.143-0.227 1,-1.040-0.039 0,2.148-0.303-1,-2.656-1.772-1,0.688-1.669 0,0.903 0.158 0,-0.159 1.156 0,1.931 0.624 1,1.135 0.777 0,-1.145 0.510 0,-1.868-0.555-1,-1.577-0.904 0,0.920-2.423 2,-1.654 0.111-1,0.324 1.442 1,1.371 2.896 1,0.713 0.080 0,-0.368-0.105-2,0.724-0.016 0,-1.561-0.003-1,0.464-0.001 0,-0.130 0.002 1,0.022 0.001 0,2.036 0.001 0,3.002 0.000-1,-5.499 0.000 0,5.417 0.000-1,-1.808 0.000 1,-0.998 0.000 2,0.068 0.000 0,-0.809 0.000-1,0.936-0.188 1,1.414-1.144-1,-0.798-1.465-1,-1.749-0.173-1,-0.330 0.389 2,1.830 0.336 1,2.262 0.496 1,-5.109 1.117-3,-0.276 0.197 0,5.092 0.004 0,-2.365 0.351 1,-1.854 0.150 1,1.045 0.103 0,0.096-0.044 1,-1.535-0.079-1,1.900-0.021 0,-2.059-0.028-2,-0.269-2.345 1,-1.810-4.684 2,1.595 4.424-2,1.209 1.001-1,2.611 0.511-1,1.893 0.126 1,-5.359-0.122 1,-0.090-0.587-1,-0.561-0.108 0,5.366-1.750-1,-2.706 1.266 1,-2.496 1.056 3,0.092 0.227-1,-0.007 0.212-1,3.259-0.073 1,0.808 0.345-2,-2.034 0.324 0,-0.163 0.104 2,-0.437 0.070-1,-0.574 0.044-1,3.660 0.080 0,-2.129 0.009 0,-1.657-0.024 3,-0.573-0.026-1,0.872-0.025 1,0.585-0.352 0,-0.421-3.629-2,-2.124 0.390 0,0.201 0.458-1,2.831 0.055 1,-1.764 1.989 0,1.805 0.542 0,0.265 0.396 0,-2.327 0.129 0,4.012 0.090 0,-1.068 0.003 0,-1.776-0.031 0,0.780-0.019-2,-1.757-0.054 2,1.597-0.025 6,-13.907-0.010-3,0.080 5.943-3,-1.445 1.034-4,-1.094-0.571 2,-0.015-1.292 0,1.843-1.746 1,0.932 1.193-1,-0.510 0.802 4,0.537-1.229 0,1.454 0.465-2,-0.954 0.788 0,-2.287 0.613 2,1.666-2.004-2,-0.156-0.392-2,0.102-0.558 0,0.247-0.273 1,-4.646 2.656-1,1.393 0.298 3,0.966 0.483 0,1.872-1.035-1,-1.116-0.845 0,-3.363-0.396 0,0.139-1.656 1,1.079-0.884-2,0.566 0.904 1,-2.898 1.336 0,4.636-0.939 0,0.019 0.441-1,0.139 0.092 0,0.206-0.143 0,0.243-0.294 0,-0.379-0.124 0,0.502-0.509 1,-4.736 0.724 3,3.978-1.728-2,-3.105-0.448 1,0.839-0.536-1,-0.984-0.227-1,4.098-0.028-1,-0.030-0.015 0,0.058-0.005 1,0.110 0.007-1,-5.593-0.077 0,0.572 0.057 2,2.674 0.064 0,2.023 0.037-1,-0.074 0.010-1,0.059 0.009 2,-2.718 0.003 0,2.429 0.007-1,-0.557 0.002-1,-0.549 0.001 1,-3.465-1.001 0,0.528-1.305-2,-0.247-0.442 1,-0.642 0.094 2,3.541 1.106 0,0.066 0.216-1,0.235 0.229-1,-2.666-1.186 0,1.087-0.868 1,-0.100-0.091 2,-0.757-0.651 0,2.932 0.756-2,-0.057-0.008-1,0.111 0.195 0,0.214 0.321 0,0.267 0.381 1,0.289 0.397-1,-2.118-1.296 0,0.798-0.559 2,-0.461 0.150 3,-0.104-0.476-3,-0.023-0.630-1,1.471 1.135-1,0.149 0.409 1,0.357 0.525 0,0.445 0.549-1,-2.303-1.508 1,2.166-1.185 1,0.726 0.224 0,-1.615 0.881 1,-1.615-1.066-2,0.727-1.884 0,1.045 1.152 0,-1.477 0.499-3,-1.668-0.108 1,4.357 2.348 3,-0.365 0.048-1,-2.722-0.971-1,-0.583-0.146 0,-0.435-0.178-1,2.332 1.062 2,-0.070 0.162-1,-1.129-0.105 0,-0.004 0.337-1,2.160 0.623 1,-0.008-0.149 0,-4.175-1.514 3,0.462 0.148 0,0.670 0.342-2,2.102 0.462 0,0.986-0.096 0,1.030-0.194 0,-3.286-2.243 2,-0.799 0.260 4,0.311 1.503-5,0.885 1.364-2,1.061 1.015 1,0.710 0.656-1,-0.268 0.646 1,12.907 0.166 0,-0.156-0.511 0,-0.123 1.321 2,1.036 1.578 1,0.802 0.074-4,3.404 1.612-9,-4.551-1.476 16,0.512 0.306-13,0.396 0.105 7,0.567 0.225 2,0.671 0.302-4,0.458 0.351 0,0.279 0.375 0,0.408 0.109 2,0.488-0.096 0,1.826 0.719-2,0.020 0.121 0,-3.179-1.507 2,-0.136-0.188-1,3.077 1.214 1,0.213 0.046-1,0.794 0.181 1,-0.597-0.467 1,-0.820-0.595 2,-2.747-1.248-4,-0.435-0.426 0,-0.628-0.142 0,-0.753 0.075 1,-0.547-0.038 1,-0.371-0.119 1,0.576 0.115 1,-0.173-0.282 3,1.599 0.172-4,-0.629-0.524-2,-0.693-0.479 0,-0.680-0.411 0,4.279 0.044 0,-1.173-0.744 0,-0.471-0.350 3,0.494-0.157-3,-0.451-0.015-1,-0.164 0.048 2,-1.495 0.077-1,1.804 0.035 1,-2.776 0.041-1,-0.115 0.010-1,4.773 0.007 0,-2.383 0.012 0,-2.023 0.003 0,0.645 0.003 2,0.318-2.239 0,-1.655-2.207 0,-1.042-0.063 1,0.974-1.229-2,-0.191 0.708-1,0.064 1.115 1,-0.082 1.309 0,0.688-2.456 0,-3.192-1.407 2,1.520-1.715-2,1.326 1.262-2,0.479 0.579 3,0.280 0.207-3,0.445-0.315-1,-0.255-0.011 3,-1.621 0.531 0,-1.805 0.539 1,-1.111-1.795 0,-4.283 1.120 0,-4.822 5.587 1,1.092-3.521 1,0.349-1.437-3,-0.905 2.614-2,0.140 1.295 1,-1.231 0.671 0,-2.666 0.405 0,1.683 0.323 1,1.520 0.126-1,0.012 0.041 0,0.264 0.021 1,0.399 0.008 0,-2.024 0.023 0,-3.215 0.010-1,0.028-0.033 3,0.318-0.030-2,0.378-0.023-1,1.518-0.016 0,-1.161-0.007 2,4.046-0.002 0,0.031 0.000-1,-5.160-0.002-1,1.732 0.270 0,0.873 1.520 1,-2.219 1.182 1,4.671-1.236-1,-0.025-0.086-1,-4.403 2.279 0,2.140 0.245 0,2.483-1.250 0,0.078-0.273 3,0.134-0.368 1,-1.330 0.017-3,-2.151 0.643-1,2.575-0.526 1,-0.139 0.024 0,0.040-0.142 0,1.000-0.504-1,-0.071-0.210 1,-1.802 0.106-1,0.400-0.376 0,0.554-0.342 2,0.605-0.290-1,-0.890 0.929 1,-0.624 2.070 0,0.237 0.323 1,1.898-0.759 1,11.091-0.533-1,0.746-2.699-1,1.541-0.008-2,2.155 0.000-2,-1.366-0.002 2,2.340 0.000-1,-4.312 0.000 0,0.540 0.000 3,0.423 0.000-1,0.316 0.000-1,0.228 0.000-1,0.155 0.000 0,0.091 0.000 1,0.044 0.000 0,3.367-0.368 1,-0.602-0.577-1,-0.830-0.668 1,-1.770-0.293 1,-0.197-0.521-1,-0.036-0.501 0,1.770-1.081 0,-0.820 0.179 0,-0.976 0.450 0,-0.984 0.572-1,-1.149 0.671 2,4.087-0.662 1,-2.085 1.523 1,-0.650 0.843 1,0.767 0.465-4,-1.449 0.205 1,0.738 0.115-1,-0.832-1.205 0,-4.299-6.389 2,-5.093 1.083-1,-3.276 5.265-1,-0.916 1.244-1,0.191-0.301 0,0.067-0.059 0,0.219 0.008 2,0.082 0.002 0,-2.257 0.000-2,-2.055 0.000 0,4.700 0.000 0,-0.369 0.000 0,-0.587 0.000 0,-0.730 0.000-1,-0.536 0.270 1,-0.377 0.464 0,-0.241 0.320 1,-0.130 0.200-1,-0.045 0.107-1,0.021 0.029 1,0.342 0.243-1,0.569 0.394 2,0.175 0.220 0,-0.123 0.084 0,-4.443 1.280 1,0.872-0.352 1,1.228-0.504-1,1.333-0.550-2,-0.492 0.975 0,0.006 1.872 5,1.268-0.468-1,0.582-1.209 1,0.611-1.379-5,0.718-1.012 1,-2.177-0.603 0,0.944 2.882 2,-0.644 1.470-1,2.673-1.627-2,-0.614 0.125 0,-0.329-0.125 0,-0.122-0.282-1,-3.617 1.779 0,-0.750 0.400 1,4.887-2.348 1,-0.698 0.297 0,-1.685 0.575 0,-0.463-0.060 0,0.922-0.589 0,-0.129-0.222-2,0.914-0.371 1,-0.402 0.142-1,-3.108 0.896 1,-0.240-0.097 1,1.369-0.300 0,0.075 0.241 0,-0.144 0.066-1,-0.296-0.067-1,1.332-0.572 1,-0.045-0.164 2,-2.910 0.467-1,0.190-0.379 0,1.673-0.614 0,0.266-0.292-1,1.554-0.432 1,0.167-0.191 1,-1.991 0.371-1,0.887 0.319 1,2.412-0.338 0,-0.076 0.031 0,-2.682 0.788 0,-0.630 0.485 2,-2.265 0.744-3,-0.276-0.017-1,-0.030-0.228-1,3.272-0.983 1,0.183-0.228-1,0.191-0.239 1,0.189-0.238 0,-0.091-0.234 0,-0.295-0.217 1,-0.167 0.071 4,-0.068 0.287-2,0.013 0.163-1,0.068 0.068-2,-0.158 0.263 0,-0.326 0.402 0,-3.340 1.140 1,0.417 0.041 0,0.763-0.195 1,3.111-1.001-3,-0.104-0.223 1,-0.031-0.238 0,0.024-0.245 2,0.062-0.237 0,0.090-0.225-1,-1.442-0.117 1,-0.384-0.238 0,-1.764-0.155 0,0.447-0.220-1,0.733-0.169 0,0.870-0.122-1,0.911-0.086 0,0.877-0.055 0,0.799-0.030 2,0.693-0.013 1,0.584-0.001 0,-0.092-0.006 1,-4.529-0.080-1,1.963 0.083 0,0.664 0.064-2,0.826 0.041 7,1.432 0.035-11,12.568 0.017 8,0.735-0.024-1,0.300-3.404-6,1.498-0.879 1,-1.122-0.436-1,0.518 0.050 2,2.189-0.173-1,-4.337 1.870 1,4.524-2.316 0,-3.510 1.761 0,0.512-0.060 0,0.369 0.084 0,0.249 0.190 0,0.156-0.010 0,0.073-0.156-1,0.012-0.264 1,-0.033-0.333 1,1.502-0.714 0,0.416 0.132 0,-2.563 1.341 0,0.053 0.225 0,1.383-0.432 0,-0.045-0.083-1,1.565-0.779 0,0.345-0.334 0,1.818-0.809 3,-0.569 0.342-2,-0.864 0.558-1,-3.403 1.533 0,-0.384 0.393 1,-0.303 0.120-1,-0.230-0.087 1,-0.169 0.032 2,-0.114 0.117 0,-0.075 0.180 2,-0.037 0.219-3,-0.010 0.240-1,0.012 0.249 0,2.219-0.433 0,-0.346-0.112 1,-0.478-0.256-1,2.027-0.670 0,-3.490 1.183-1,0.042 0.179 1,-0.558 0.107 0,0.545-0.293 1,0.428-0.151 1,0.322-0.038-2,3.146-0.619-2,0.329 0.233 1,0.142 0.315-1,-2.646 0.473 1,0.367-0.265 1,0.218-0.125-1,0.101-0.019 0,1.347-0.221-1,-0.145 0.169 2,-2.582 0.670 0,0.233 0.137 0,1.592-0.301 1,0.081-0.265-1,0.247-0.130 1,0.359-0.021-1,1.711-0.221-1,-0.072 0.163 0,-2.989 0.659 1,0.194 0.134 0,4.000-0.196-1,1.064 0.251-1,-3.359 0.460 4,0.097 0.128-2,3.677-0.377-1,-0.372-0.404 0,-2.260 0.022-1,-0.507-0.072 0,0.009-0.269 0,0.399-0.405 4,0.131-0.224 0,-0.073-0.080 0,-0.220 0.032 1,-0.325 0.113-5,-0.120 0.169 0,0.034 0.208 1,-1.729 0.451-1,-0.130 0.172 4,2.939-0.154 0,-0.440 0.288 0,-1.929 0.356-3,-0.402 0.184 0,2.428 0.054 2,-1.027 0.233 1,-1.081 0.180-1,-1.048 0.136 0,-0.959 0.095 1,-0.839 0.063-2,0.216 0.064 1,-0.994 0.021 2,4.146 0.133 0,-4.368-0.136-2,2.358-0.012 1,-0.577-0.056-1,-0.902-0.040-1,-1.056-0.027 2,-12.453-0.045 2,-0.611 1.190-4,0.042 1.544-3,-0.700 0.000 1,-1.841 0.137 0,-3.970 1.790 0,4.215-1.815 1,-0.434 0.057-1,-0.555 0.229 1,-0.370 0.261-2,3.007-0.836 2,-0.387 0.286 0,-3.160 1.201-1,-0.199 0.001 1,-1.671 0.412 0,0.649-0.454 0,0.903-0.557 1,3.330-0.913 0,0.379 0.136 0,0.291 0.006 1,0.213-0.090 0,-1.975 0.565 1,0.551-0.387 1,0.597-0.434-1,0.913-0.113-2,1.062 0.105 1,-2.310 2.140-1,0.640-0.368 3,-1.214-0.473 0,2.696-0.647-3,-2.263 2.920 0,0.780-0.968 1,1.737-1.531-1,0.841 0.150 0,3.417 2.637 1,4.714-0.075 0,3.532-5.114 0,0.731 1.311 0,0.740 1.200-3,-2.062-0.782 1,0.896 0.481 0,4.471 1.674-2,-5.162-2.557 1,0.287-0.168 1,0.252 0.066-1,0.219 0.244 1,1.579 0.469 2,0.733-0.050 0,-0.812-0.484-2,0.220-0.183 1,0.126-0.214-1,0.046-0.231 0,1.596-0.062-1,0.461-0.297 1,0.964-0.210 1,-0.333-0.289 1,-0.588-0.247-1,-0.989-0.221-1,0.136-0.144 0,-2.523-0.130 0,-0.009-0.054 2,1.237-0.046 0,-0.054-0.048-1,3.370-0.075 1,-0.744-0.038-1,-0.942-0.015 1,-1.560 0.010-1,-0.821 0.009 0,-0.736 0.014 1,-0.300 0.012-1,-0.761 0.019 2,4.299-0.028 1,-2.665 0.060-1,2.700 0.025 0,-0.587 0.022-1,-1.772 0.009 3,-1.555 0.009-9,-12.913-0.010 10,-0.421 0.738-1,-1.347 3.838-7,-2.789 1.878-1,2.156-1.547 3,-1.276-0.505-2,-1.339-0.834 0,5.195-2.132 4,-0.277-0.225 0,-0.247 0.060-2,-0.214 0.268 1,-0.184 0.144-1,-0.154 0.047 1,-2.465 0.532-1,0.258-0.178 0,0.455-0.253 1,2.730-0.348-1,-5.703 2.551 1,5.319-1.747 0,-2.217 0.582 2,0.318-0.319 1,0.586-0.404-5,0.702-0.427 1,0.718-0.406 0,-4.577 0.301 2,1.945-0.969 1,1.169-0.543 1,0.574-0.238-2,0.192-0.058-1,-0.750 1.003 0,3.197 3.195 2,1.924 1.844-1,7.320-1.463 0,1.643-4.823 0,0.818 0.423-1,1.242 0.012 0,-0.668-0.003-1,0.149 0.000 0,2.000-0.001-1,-3.442-0.001 2,0.104 0.000-1,1.518 0.000 0,-0.546 0.000 0,-0.093 0.000 0,-0.340 0.000 1,-0.465 0.000 1,4.780 0.000-2,-1.540 0.000 0,-0.912 0.000 4,1.266 0.000-3,-1.930 0.000 0,-1.881 0.000 0,0.575 0.000 0,1.048 0.000 1,-0.763 0.000 1,2.301 0.000-2,-1.855 0.000 0,-0.235 0.000 0,-0.944 0.000-1,1.837 0.000 0,-1.152 0.000 1,-0.548 0.000 1,0.080 0.000 0,1.704 0.000-1,0.331 0.000 0,-0.711 0.000 0,-0.662 0.000 0,-0.810 0.000 0,0.613-0.271 0,-1.817-6.192 1,-1.232 1.434 0,1.627 1.869-2,-0.666-1.831 1,0.006 1.099 1,0.912 0.705-2,2.280 0.564 0,-1.349 1.816 0,-0.368 0.863 1,-0.005 0.262 0,0.546-0.254 1,0.171-0.076 0,-0.714 0.009-1,0.325 0.003 0,1.368 0.000 0,-0.275 0.000 0,0.370 0.000 0,-1.560 0.000-1,0.411 0.000 0,-0.486 0.000 1,-0.069 0.000 1,-0.417 0.000 0,1.079 0.000 0,0.082 0.000-1,-0.532 0.000-1,-0.275 0.000 0,0.024 0.000 1,-0.304 0.000 1,0.300 0.000 0,-0.274 0.000-1,0.395 0.000 0,-0.341 0.000 0,1.013 0.000 0,0.206 0.000 0,-0.497-0.456-1,-1.596-2.690 1,-1.010-1.525-1,0.297 0.057 1,0.027-0.042 0,-0.023 0.022 0,-0.004 0.006 1,1.744 1.635-1,-0.311 2.405 1,-1.904-4.221-1,0.801-2.151 0,1.172-0.447-2,-0.146 1.884 0,-0.481 2.114 1,0.667 0.774 1,-2.823-2.576 2,-3.852-1.474 1,0.504 0.272-3,0.008 0.294-1,-0.008-0.460 1,0.000-0.067 1,0.000-1.016-1,0.000-1.814 0,0.000 2.225-1,0.000-0.440 0,-2.615-0.868 0,-1.916 4.095 1,-0.423-0.349 1,-0.960-2.298-1,-1.629-1.147-3,0.260-0.655 2,3.449 3.966 0,-3.840-3.237 1,0.071 1.816 1,-1.135-0.253 1,-0.553 1.105-3,0.439 2.000 0,0.520 1.676 1,1.080 0.808 0,-0.023-2.834 3,1.630 0.246-2,-1.767-1.423-1,-0.315-0.546-1,-0.388 0.933-1,-0.383 1.217 1,0.727 1.358 2,0.925 1.040-1,0.531 0.680 0,-1.198 0.486 1,1.439 0.168 0,-1.389-0.064 0,0.638-0.164 0,-1.553-0.055-1,0.190-0.017-1,0.422-0.001 1,0.561 0.373 0,1.588 3.600 0,4.982 2.515 1,-3.986-2.119 0,-1.572-4.295-1,-0.319-0.225 0,0.096 1.090-1,1.381 2.991 1,0.783 0.613 1,-2.232 1.740-2,-0.909 2.051-1,1.751-1.149 0,0.593-1.064 1,-0.158-0.404 0,0.033-0.753 1,0.149-0.895 0,-3.382 0.917 0,1.081-2.103 0,0.650 0.936 1,-0.533 0.663 2,0.493-0.675-3,1.608 0.953 0,0.844-0.006 0,-1.109-0.604 5,-1.029-0.414-7,12.683-3.126 4,0.522-0.599-1,2.676-0.003-3,-0.524 0.000 0,2.070-1.313 0,-1.240-1.580 0,-0.974-0.073 1,4.003-2.655 1,-4.423 1.993-1,0.183 0.270 0,0.026 0.439 0,-1.401 0.566-1,-0.486 0.097 1,-0.557 0.019 0,-0.568-0.035 0,4.193-2.382 2,-1.347 0.765 2,-0.298 1.069-1,-0.050 1.199 0,-0.742 0.981-1,-0.434 0.496 0,1.057-0.761 0,-2.643-3.001 0,-0.308-1.789 0,-0.202 1.451-1,1.823 4.525-1,0.748-0.213 2,-0.469-1.314 0,-3.764-3.872 0,-2.978-0.932-1,-5.801 3.287 0,-0.691 2.931 0,-0.450-0.174 0,-1.689 0.006 0,-3.019 0.000-3,5.138 0.000 1,-3.697 0.000 1,2.929 0.000 0,-0.048 0.000 0,0.107 0.000 0,-0.271 0.000 2,0.319 0.000-1,0.353 0.000-1,-4.901 0.000 1,2.047 0.000 1,-1.139 0.000 0,4.305 0.000 0,0.282 0.000-1,-4.946 0.000-1,1.435 0.000 0,1.085 0.000 1,0.671 0.000 1,0.422 0.368 0,-0.300 2.190 0,-0.169 1.054-1,-1.201-0.070 0,-0.519-0.823 0,0.539-1.102 0,0.600-0.842-1,1.626-0.528 1,-1.199 0.093 0,-2.345 1.641 1,0.560 1.739-1,1.675-0.094-2,1.769-0.965 1,-0.803-0.583 2,1.640 3.032 2,4.397 1.838 0,0.910 0.311-3,0.281-1.251-1,0.230 0.728 0,-0.118-0.482 0,2.085-0.088 1,6.462-5.608 3,-2.698-0.424-2,5.445-0.054-4,0.192-0.074 2,-1.537-0.030-1,-2.235-0.005 1,0.524-0.003 2,-1.582 0.394 0,-5.239 5.627 1,-1.738 0.167 0,-6.209-3.644-1,0.415-0.053-1,1.341 3.041 0,-0.852-2.761-1,-0.517 0.900 1,-2.728 1.006-2,3.103-2.185 0,-0.210-0.280 2,-2.381 1.539-2,0.284 0.561 1,1.986-0.962 1,-0.063 0.279 1,0.028 0.284 1,0.180-0.106-3,0.262-0.344 0,-4.604 1.962-1,1.335-2.153 3,0.901-1.168 0,1.107 1.615 0,-0.357 2.536 1,-0.526 0.650-2,-0.405-0.992-2,1.293-0.727 1,1.982-0.355 2,0.305 0.749-1,-1.244-2.295 2,-1.543-0.824 0,0.625 1.008-2,0.916 0.067-2,-3.045 0.521 2,-0.277-1.229 1,1.363 0.725-2,2.035 0.035 1,-0.406 1.789 1,-2.057 0.979-2,2.792-2.996 0,-0.190-0.465 0,-3.208 1.961 0,2.195-0.062 0,0.341-0.821 2,-3.258-0.038 1,3.350-2.175-2,0.072-0.415 0,-3.350 0.403-1,2.266 1.424 0,0.563 1.972 2,1.040 0.682 1,0.173 0.604-4,-0.546 0.690 1,0.466-1.143 1,-1.630-1.166 0,-3.085-0.876 1,3.368-2.277 0,-3.983-0.314-2,2.343-0.004 0,-1.485 1.188 2,1.913-0.261-2,0.308-0.104 1,0.532-0.253 0,0.621-0.319 0,-3.538 0.378-1,0.659-0.819 0,0.158-0.594 4,-0.094-0.374-2,-0.656-0.206-2,0.801-0.093 2,2.018 0.007-1,-0.636 0.004-1,1.433 0.078 0,-0.040 0.069 4,-0.295-0.004-1,-0.740-0.005-2,-0.295 0.000 0,0.137 0.000-1,0.720 0.000 1,13.241 0.000 3,-0.312 0.000 0,1.739 0.000-5,1.026 0.000-1,0.242 0.000 2,0.047 0.000 0,2.959 0.000 1,-2.397 0.000-3,0.942-1.004 2,1.072-1.304 0,-5.464 0.677 2,0.235-0.493-1,2.378-1.228-1,-0.102-0.129 0,-0.309 0.136 0,-2.259 1.008 1,-0.063 0.213-1,1.883-0.608 0,-0.297-0.081 1,-0.371-0.193 1,-0.395 0.065 0,-0.388 0.231 0,-0.355 0.327-1,0.579 0.171-1,-0.062 0.471 2,0.025 0.434 1,0.078 0.377-2,1.501-0.920-1,-0.512-0.891 0,2.425-2.682 5,-3.671-0.022-2,0.118 0.207-3,2.415-1.820 1,-3.502 2.549 0,-0.098-0.064-2,-0.214 0.035 1,-0.265 0.091 0,-0.476 0.310 1,3.916-3.859 0,-0.919 0.619 0,-0.126-0.020 1,-1.059 2.023-1,-0.815 1.931 0,0.192 0.573 0,-0.038 0.589 1,3.687-0.837 0,-2.250-0.948-2,-1.047-0.424 2,-1.158 0.987 0,1.410 0.393 2,-12.393 2.588 0,-1.230 0.511-2,0.172 0.009-2,-2.635 0.278-1,3.094 0.432 1,-0.560 0.501-1,-0.382 0.508 0,-0.564 0.341-1,0.229-0.034 2,0.388-0.190-1,-0.818-0.034 1,1.732-0.701 2,0.037-0.224 1,0.126-0.204-1,-2.300 1.048 1,0.692 0.993-2,2.231-0.579 0,0.013-0.093 1,0.070-0.210 0,-1.341 0.069-1,-1.205 0.781-1,-0.015 0.781 0,2.784-0.786 2,-4.101 3.753 0,3.041-1.391-2,-2.819 0.658 1,0.144-1.838 1,0.575-1.328-1,-0.234 1.206-1,-0.899 0.706 0,-0.654-0.494 2,0.966-1.416-2,1.905 0.734 2,1.819-0.210 1,-3.355 0.563-1,-2.081-0.547-3,-0.367 0.143 0,5.849-1.085 2,0.082 0.120-1,-5.381 1.937 1,0.387 0.195 0,0.311 0.941 1,0.210-0.486-1,3.241-0.942 0,-2.190 3.171-1,1.135-1.404 4,1.590-2.286-3,-1.652-0.998 0,1.894-1.607 1,0.875 3.217 1,-0.287-0.275-2,-1.508-0.594 0,0.858-1.075-1,-0.963 2.274 0,-1.675 0.169 1,0.308-1.361 0,1.040-1.293-1,-4.300-0.264 0,3.785-0.964 0,0.320-0.229 1,0.544-0.171-1,0.895-0.120 0,-4.614-0.116 0,2.083-0.102 2,0.831-0.001 2,0.021 0.011 4,1.445 0.023-11,12.738 0.084 8,-0.058 0.017-1,2.272 0.000-6,-1.055 0.000 1,2.277 0.000 0,1.935 0.000-1,-5.227 0.000 1,0.591 0.000 1,0.730 0.000 0,1.807 0.000 0,0.404 0.000 0,-2.388 0.000 0,0.074 0.000 0,1.348 0.000 0,0.001 0.000 0,-0.050 0.000 0,-0.090 0.000 1,1.113 0.000 0,-0.225 0.000 1,-2.579 0.000-1,-0.106 0.000 0,1.076 0.000 1,-0.095 0.000-1,1.026 0.000 1,-0.155 0.000-1,0.394 0.000 1,-0.474 0.000-1,-0.540 0.000 0,0.542 0.000 0,-0.753 0.000 0,-0.705 0.000 1,2.442 0.000 0,0.143 0.000 1,-3.065 0.000-1,-0.010 0.000 0,-0.127 0.000 0,3.405 0.000-2,-2.163 0.000 0,0.159 0.000 0,0.046 0.000 2,-0.025 0.000 0,-1.123 0.000-3,-0.275 0.000 1,-0.295 0.000 0,-0.290 0.000 0,5.405 0.000 3,-3.017 0.000 0,0.730 0.000-1,-2.586 0.000 0,0.121 0.000-1,-0.039 0.000 0,3.513 0.000-1,-2.087 0.000 0,-0.369 0.000 0,-0.591 0.000 1,-0.667 0.000 1,4.266-1.078-1,-1.776-2.066 0,-2.756-1.543 1,-2.191-0.760 0,0.134 0.876 0,2.897 0.095 0,3.067 0.817-1,0.897 0.276-2,-5.473 1.263 2,-0.021-0.086-1,5.456-1.842 0,-0.318 0.969 1,-1.770 0.973 1,-2.210-0.708-1,2.279-1.344 2,-3.501 1.812-2,4.930-1.297-1,-3.240 0.512 1,-1.936-1.157 0,-0.088 0.175 2,0.360 0.110-1,-0.112-1.487-1,-3.043-1.582 0,-5.458 1.763 1,-2.977 5.670 0,-0.463-0.348 0,-0.946-0.015-2,-1.310 0.002 0,-1.437 0.000 0,-0.305 0.000-1,0.388 0.000 1,1.231 0.000 0,1.346 0.000 1,0.535 0.000 0,0.478 0.000 1,-1.466 0.000 1,-2.532 0.000-2,4.219 0.000-1,-0.607 0.000 0,-0.620 0.000 0,-0.122 0.000 0,0.204 0.000 0,0.401 0.000 0,0.496 0.000 1,0.428 0.368-1,-5.090 2.189 2,0.742 1.556 1,1.250-0.477-1,2.985-1.765 0,-4.210-0.116 0,0.146-0.897 0,0.760 0.511-2,0.808 1.773 0,2.667-0.584 1,-1.242-0.157 0,1.123-0.943 1,-0.349-0.236 0,-0.114-0.243-2,-4.708 0.224 0,-0.532-0.518-1,5.713-0.508 2,-5.186 0.256 1,0.934 1.793-2,0.315 1.265 1,0.503 0.000 0,0.329 0.945 1,3.835-1.519 0,-0.005-0.119-2,-3.803 1.301 0,-0.471-1.196 1,-2.025-0.821 1,0.632-1.003-1,1.550-0.668-1,1.626-0.381 1,0.747-0.174 1,0.610-0.022 0,-1.409 0.012 1,-2.494 0.015-2,-1.315 0.045-1,0.529 0.043-1,0.696 0.029 2,2.404 0.017 0,-3.625 0.007 0,1.236 0.002 1,0.158 0.001-1,-2.743 0.001-2,5.935-0.004 2,0.132 0.000-1,-0.157-0.000 1,0.472-0.001-1,0.522 0.000 1,-4.934 0.000 0,1.541-0.001 2,1.244 0.000-1,0.697 0.000 0,0.577 0.000 6,0.668 0.000-11,12.491 0.000 8,1.331 0.000-1,-0.725-2.058-6,-0.991-1.058 1,4.846-0.500 0,-0.517 1.328 0,1.622-0.487-1,-5.312 1.031 2,0.290-0.080 0,2.814-0.598 1,0.434 0.162 0,0.297 0.254-1,-2.532 0.667 0,0.005 0.174 0,-0.001-0.100 0,-0.007-0.298 0,-0.011-0.169 0,-0.013-0.062 0,-0.013 0.019 3,-0.014 0.077 0,-0.014 0.118-2,-0.014 0.147 0,-0.011-0.110 0,-0.012-0.297 0,2.336-0.889 0,-0.432-0.010 0,-0.570 0.171 0,-1.613 0.216 0,-0.233-0.348 0,3.350-1.485 0,-3.356 1.497 0,0.098 0.200 1,3.006-1.541 0,-3.781 1.051 0,-0.114 0.024-1,-0.795 0.218 0,0.063-0.286 0,1.887-1.193 1,-0.121 0.148-1,-0.225 0.358 0,-0.280 0.476-1,-0.298 0.524 1,-0.293 0.522-1,1.732-0.034 1,2.186-0.887 2,0.477-1.275 0,-0.163 0.034 0,-0.459-0.709-3,-1.048-0.499 0,-0.766 1.045 0,-1.571 1.905 1,1.094 0.653 2,2.733-1.507-1,-1.360-1.585-2,-2.974-0.284 0,1.183-0.333 1,2.602 0.010 2,-1.037 2.042-3,-0.604-0.335 0,0.432-0.394 1,0.967 0.258 0,0.281-0.657 1,-0.721-0.566-1,-0.703 0.955-2,-0.861 1.587 2,-0.121 1.239 2,1.000 0.761-2,-1.268 0.597 1,1.074 0.353-1,-1.576 0.122 1,-12.923-0.190 3,-0.827-0.119-1,-1.600 0.000-6,0.247 1.154 1,-1.524 2.041 1,4.032-1.348-1,-0.706-0.056 2,-0.888-0.046-2,-0.086-0.240 1,0.136-0.264-1,-1.945 1.121 1,1.995 0.343 1,-1.667 0.597 3,-1.226 1.359 0,2.775-0.606-4,0.951-0.741 0,-0.039-0.300 1,0.092-0.415 0,0.717-0.689 0,-0.334-0.341 0,-0.447-0.322-1,0.554 0.010 0,-4.558 1.936 1,-1.333 0.691-1,5.018-1.811 3,0.223-0.276-1,-1.345 0.769-3,2.003-0.232 2,-0.061 0.084 0,0.016-0.076 0,-0.837 0.118 0,0.198-0.337 1,0.251-0.371-1,-2.573 0.170-1,-0.637 0.365 2,1.962 0.095 0,0.144 0.073-1,0.398-0.153 0,0.522-0.283-1,0.731-0.404 1,-4.978 0.685-2,4.306-0.270 3,0.402 0.887 1,-3.221 1.397 1,0.105-0.884-3,0.134-1.172-1,0.490-0.715 0,1.984 1.279 2,-1.651 1.770 0,0.102-1.414 0,-0.972-0.893-1,-0.436-0.872-3,0.670-0.681 3,1.121-0.454 0,0.691-0.262 0,-0.343-0.128-1,-0.305-0.027 2,-0.055 0.023 1,1.842 0.054-2,-5.097 0.004 0,0.154 0.031 0,2.667 0.019-1,1.149 0.008 0,0.954 0.004 1,-0.804 0.003 3,13.655-0.001 1,1.422-0.006-2,-0.522 0.000-5,2.791-1.004 0,-4.429-0.050 2,0.769-0.200-1,0.875-0.107 0,0.922-0.029 1,0.654-0.243-1,0.428-0.394 2,0.246-0.220-2,0.100-0.085 0,0.257 0.022 0,0.368 0.099 1,0.433-0.117-1,0.471-0.274 2,0.207-0.111 0,0.006 0.015 1,1.477-0.243-3,-0.403 0.238 1,-3.487 0.844 0,-0.280 0.180 0,5.445-0.601 1,-0.670 0.499 2,-0.707 0.450 0,-2.524 0.467 1,-0.845 0.248-3,-0.840 0.204-1,0.308 0.154 0,-0.978 0.159 1,-0.861 0.107 4,-1.114 0.061-1,4.834 0.155 0,-3.073-0.040-1,-1.808-0.059-1,-0.121-0.017 0,5.181 0.052-1,-2.164-0.072-1,-1.790-0.047 0,1.088-0.029 2,-1.838-0.021 0,-0.002-0.002 1,1.582 0.003-1,0.223 0.005-1,-0.879 0.001 0,-1.313 0.002-2,0.969 0.000 0,-0.965 0.000 2,0.102 0.000 2,1.156 0.000 0,0.111 0.000-3,-0.115 0.000 1,0.126 0.000 0,0.036 0.000 0,-0.092 0.000 3,-13.613 0.000 0,-1.925 0.000-3,0.507 0.000-3,-1.608 0.000 1,-0.874 0.000-1,0.857 0.000 2,0.481 0.000 1,-2.946 0.000 0,4.655 0.000-1,0.019 0.000 0,-3.613 0.000 0,2.861 0.000 0,0.133 0.000 0,0.279 0.000 2,0.796 0.000 0,0.302 0.000 0,-5.758 0.000-2,5.664 0.000 2,-0.435 0.000 0,-0.175 0.000-2,0.009 0.000 0,0.131 0.000 0,-0.255 0.000 0,0.302 0.000 0,0.323 0.000 3,-4.074 0.000-1,-0.644 0.000 1,0.051 0.000-1,2.134 0.000-1,2.057 0.000-1,-1.300 0.000 2,1.690 0.000 2,12.602 0.000 1,0.962 0.000-2,0.864 0.000-4,-0.294 0.000 0,1.048 0.000 0,-1.074 0.000 2,-1.172 0.000 0,1.563 0.000 0,-0.030 0.000 0,-1.572 0.000 0,0.106 0.000 0,2.250 0.000 0,0.849 0.000 0,-0.205 0.000-1,-0.559 0.000-1,-0.554 0.000 3,-0.406 0.000-1,2.203 0.000 1,-0.297 0.000-1,0.677 0.000 0,1.050 0.000-3,-0.048 0.000 3,-2.990 0.000 0,0.395 0.000 0,1.940 0.000 1,-0.755 0.000-1,-0.939 0.000-1,-1.127 0.000 1,-0.303 0.000 1,0.565 0.000 0,1.101 0.000-1,0.409 0.000 0,-1.022 0.000 0,-0.458 0.000-1,0.759 0.000 1,-1.551 0.000 1,0.903 0.000-1,-1.890 0.000 1,-12.675 0.000 2,-1.268 0.000 1,1.184 0.000-6,-3.820 0.000-1,1.279 0.000 0,-1.364 1.005 1,-1.360 1.304 1,5.313-0.948 1,-0.269 0.029 0,-0.236-0.027-1,-0.205-0.071 1,-0.174-0.099-1,-0.143-0.117 0,-0.114-0.126 1,-0.091-0.128-1,-0.068-0.127 1,-0.051-0.120 0,-3.139 0.023-1,0.495-0.188 1,0.703-0.150 0,2.882-0.135 0,-0.284-0.047 0,-2.565-0.041 0,0.119-0.047 0,0.361-0.030 0,0.176-0.018 0,0.044-0.009 0,-0.050 0.000 0,0.215 0.003 0,0.375 0.007 0,0.460 0.008 0,0.481 0.008 0,0.471 0.009 0,0.430 0.006 1,-0.222 0.007 0,0.593 0.006 1,-4.445 0.001-1,3.790 0.011 0,-3.993 0.004 0,0.427 0.003 1,1.704-0.002-3,1.511-0.001 0,-1.263-0.001 2,1.937-0.002 0,12.560 0.000 2,0.101 0.000 0,-0.107 0.000-4,3.056 0.000-1,3.030 0.000-1,-5.942 0.000 2,-0.204 0.000 0,5.121 0.000 0,-1.423 0.000 0,-3.319 0.000 2,4.170 0.000 1,-0.299 0.000-1,-1.389 0.000-2,-1.880 0.000 0,0.734 0.000 2,-0.725 0.000-1,-0.761 0.000 1,0.082 0.000 1,1.166 0.000-1,1.050 0.000-1,-0.872 0.000-1,-1.415 0.000-1,1.612 0.000 2,0.078 0.000 1,-1.373 0.000 0,1.806 0.000-1,-1.330 0.000 0,-0.341 0.000 0,-0.735 0.000-1,0.047 1.004 0,1.303 4.726 2,-0.836-1.977 0,0.697-1.142-1,-0.220-1.205-1,1.134-0.666 0,-0.174-0.495 1,-1.351-0.276 0,1.059-0.168-1,-1.944 2.335 1,-4.260 4.257 3,-1.664 0.651-1,-0.205-0.300-3,-1.003-0.756-1,-5.525-4.137 4,-2.155 2.398-2,-0.604-0.052-2,-1.025 1.136-1,0.400 0.734 2,0.785-1.096-1,2.674-2.335 2,-1.092-0.995 2,-3.043-0.687-1,0.848-0.731 0,1.112-0.316-2,2.167 0.209 0,-1.551 3.777 3,2.618-0.724-1,-2.182-0.248 0,-2.727-0.440-2,0.790-1.083 0,1.577-0.736-1,1.224-0.432 2,0.788-0.238 0,0.061-0.102 1,-0.094-0.012 0,-0.637 0.023 0,-0.945-0.109-1,0.331-0.489 0,5.046-5.001 1,2.570-0.555 0,-3.554 0.677-1,-1.284 0.415 0,0.833-0.995 0,1.812-0.432 0,1.035 0.537-1,-1.818-1.025 0,-1.458-1.690 1,1.433 0.442 1,-0.536-0.532-1,-0.826 1.906-2,0.002-0.847 1,0.600-1.766 2,-1.512 0.461-1,-0.098 0.211 0,1.219 3.198 1,-3.344-1.289-3,-2.044-0.418 4,4.272 4.023-3,-4.872-1.707-1,4.191 1.773 1,-0.589-1.047 1,-1.417-0.933 3,-1.973-1.708-2,4.317 3.381-2,0.192 0.515 0,-3.622-1.450-1,2.864-0.041 2,1.046-0.163 2,-0.685 0.667 5,-0.828 0.447-9,12.592 3.085 4,0.142 0.558-1,2.125 0.000-3,0.598 0.000 0,-1.250 0.000 1,-1.492 0.000 0,0.406 0.000 0,0.169 0.000 1,3.698 0.000-2,-3.181 0.000 1,-0.020 0.000 0,-0.154 0.000 1,-0.235 0.000 0,-0.271 0.000 1,-0.282 0.000-2,0.344 0.000 1,-0.505 0.000 0,4.628 0.000 1,-2.195 0.000 0,0.250 0.000 0,-0.740 0.000 0,-1.668 0.000 0,0.849 0.000-2,-13.369 0.000 7,-0.945 0.000-5,-2.390 0.000-3,-0.825-0.271-1,3.756-0.462 1,-0.488-0.591 1,-0.114-0.665 0,-1.148-0.840-1,-0.053-0.262-1,0.774 0.354 1,-0.469 0.076 1,-0.332 0.152-1,-0.217 0.205 3,-0.123-0.035 1,-0.047-0.212-2,0.008-0.066-1,0.053 0.044 0,1.302 0.460 0,0.046 0.129 1,-2.395-0.742 1,0.144-0.281-2,1.354 0.329 2,0.144 0.063-1,1.251 0.279 1,0.058-0.212-1,-4.274-1.972 0,0.610 0.159 0,0.793 0.423 1,1.385 0.750-1,0.703 0.529 0,0.630 0.521 0,-0.077 0.345 0,0.757 0.527 2,-4.345-0.072 2,3.951 0.981-3,-3.227 0.385 0,1.227 0.247 1,1.568 0.030-2,-0.523 0.029 1,13.765-0.181 3,-0.032-0.156-2,1.450 0.750-4,1.541 3.205-1,-0.788 1.131 0,-2.023-0.766 3,0.890 0.213-2,-1.631-0.969 1,-0.018 0.234-1,1.914 1.410 0,0.051-0.140 2,-0.912-0.624-2,0.054 0.120 2,-0.898-0.709-1,0.088-0.145 1,2.144 1.211 1,0.120 0.105-1,-2.192-1.149 0,-0.287 0.181 0,1.563 1.410 0,-0.207-0.213 1,-0.968-0.963-2,-0.017-0.384 0,-0.228-0.158 1,-0.379 0.017 1,-0.207-0.122 1,-0.071-0.223-2,1.280 0.944 1,-0.690-0.088 1,-0.824-0.014-2,1.998 1.587 1,-0.496-0.063-1,-2.170-1.495 2,4.098 3.225-1,-0.053-2.195-1,-0.195-2.155 0,-0.633-1.763 0,-1.077-1.877 0,-4.726-5.833 2,-1.956 0.154-1,-6.560 1.970 1,-2.333-0.824-3,3.280 1.505-1,-0.950-0.642 0,-1.004-0.601 0,-2.798-1.395-2,-1.743-0.576 0,2.346 1.229 2,-0.732-0.603 0,-4.469-2.588 0,-0.247 0.014-1,1.559 1.133 0,-0.596 0.037 0,-0.731 0.028 1,-0.804 0.020 0,-0.293 0.014 3,0.103 0.007-1,0.397 0.274-1,0.598 0.461 0,0.458 0.318 0,0.341 0.197-1,0.505 0.368 1,0.613 0.487 3,-3.110-0.787 3,1.637 1.049-2,1.722 1.019-3,4.132 1.537 1,0.688 0.484 1,0.545 0.165 1,0.418-0.081-1,-2.688-0.946 2,1.131 0.247 3,1.123 0.369-7,1.028 0.411 0,-3.592-0.499 0,0.974 1.006 11,2.737 0.824-14,12.956 1.149 6,0.853-0.637-2,2.735 0.008-3,-2.947 0.002 0,1.290 0.000 0,2.753 0.000-2,1.313 0.000 1,-0.725 0.001 1,0.733 0.000-1,0.913 0.000 1,1.020 0.000-1,0.520 0.000 1,0.125 0.000 0,-0.172 0.000 1,-0.389 0.000 0,-0.537 0.000-1,-0.629 0.000 0,-0.404 0.000 1,-0.221 0.000 1,3.401 0.000 4,-1.220 0.000 0,-1.430 0.000-2,-4.066-0.271-2,-0.618-0.463 0,0.574-0.523 0,-0.547-0.238 1,0.062-0.241 3,-0.656 0.015-2,-0.619 0.107 1,-0.078 0.064-2,-0.582 0.224-1,-0.498 0.234 1,4.845-0.466 0,-2.368 0.751 0,-1.841 0.499 0,-0.792 0.278 0,0.618 0.133 7,0.052 0.109-10,-12.946-0.012 4,0.100-0.203-1,-1.967 1.005-4,1.756 0.321 0,-2.147 0.664 2,-2.384 0.697-2,-2.475 0.694 0,-2.184 0.939 0,-1.886 1.087-2,-1.327 0.890 0,-0.859 0.709 0,-0.750 0.548 1,-0.638 0.408-1,-0.266 0.288 0,0.027 0.190 2,-2.355 1.345 0,1.232-0.008 3,6.459-2.705-1,0.916-0.394 1,-1.242 0.725-1,1.244-0.289 2,-0.566 0.400 1,1.490-0.793 2,4.267-1.976 3,0.663-0.160 0,-5.337 2.990-5,2.290-1.174 4,2.127-1.281-3,1.841-1.229-2,2.557-1.052 0,-2.015 2.536 3,2.597-0.521 0,0.316-1.090 5,12.259-2.371-14,2.372-5.445 8,-2.576 1.391-5,3.102-0.868-1,2.027-0.532 0,-2.046 0.710 0,1.163-0.348-1,3.299-1.126 1,1.024-0.477-1,3.585-0.975 1,1.073 0.143-1,-1.649 0.794 1,1.091-0.057 0,0.362-0.117 1,-0.193-0.161 0,-0.332-0.184 1,-0.425-0.199 0,9.263-3.287-2,-3.006 0.937 0,-8.475 2.991 7,-0.464 0.152-1,-1.959 0.432-2,-1.889 0.287 4,-3.528 1.168 0,-0.847 0.342 2,1.491-0.365-4,-1.224 0.649-3,-1.056 0.608 5,-0.244 0.111-1,-1.059 0.099-3,3.998-2.304 0,-3.001 0.348 0,-1.534 1.755 2,-6.221 9.049 1,-4.738 1.747-3,1.370-3.182-2,-1.384 1.506-1,0.051-0.732 0,-1.615 1.225 0,-3.400 2.826-2,-2.168 1.351 0,-2.264 1.131-1,-2.254 0.926 0,-1.895 1.010 0,-1.558 1.037-1,-1.520 0.747 1,-1.437 0.506 0,-7.451 4.917-1,0.805-0.823 0,10.556-7.641 4,0.607-0.635 0,-2.322 1.541-1,0.797-0.426 2,1.051-0.821-1,1.205-1.087 8,-3.531 2.115 3,2.664-1.848-3,2.650-1.693-5,2.471-1.806 1,2.193-1.764 7,1.869-1.623-5,1.534-1.424 1,1.212-1.202 2,0.921-0.977-1,-1.278 0.693-3,1.683 1.025 4,9.204 2.464-4,3.084-5.353-2,4.841-1.299-4,-2.841-0.848 1,3.058-1.169-1,2.944-1.320-1,2.748-1.385 0,2.234-1.112-1,1.770-0.867 0,1.900-1.197-2,1.925-1.397 1,1.339-1.227-1,0.847-1.057 1,0.723-0.889 2,0.602-0.733 1,-0.321-0.589-1,-1.001-0.462-1,2.722-2.229 2,-1.235 0.381 3,-8.329 4.390-1,-1.186 0.086 0,1.556-1.511 0,-1.763 0.898 7,-1.744 0.868-1,-1.670 0.811-3,-1.553 0.741 1,-1.410 0.662 2,3.982-3.845 9,-3.243 1.947-7,-2.847 1.886-3,-2.349 1.679-1,-2.857 2.328-1,-1.403 0.938-1,0.842-2.711 2,-3.303-0.350 5,-6.951 3.525-3,-1.670 3.072-5,0.192 0.853 0,0.123 0.370 0,-1.571 0.114 0,-1.514 0.071 0,3.353 0.188-1,-0.618 0.360 0,-3.887 1.031-2,-1.689 0.864 0,2.170-0.149 0,-1.065 0.512 2,-5.789 2.241 0,-1.683 1.380-3,4.132-1.043 1,-0.456 0.509 0,-6.032 2.768 0,-0.764 0.498-1,2.305-0.672 1,-0.429 0.593-1,-2.694 1.806 3,0.842 0.194 1,6.197-3.003-2,0.782-0.387 1,0.810-0.508 0,0.810-0.591 0,-2.679 1.435 1,2.004-0.586 0,3.076-1.528 4,1.115-0.657 4,-2.142 0.885-1,1.827-1.349 0,1.546-1.222 0,1.892-0.879-5,-2.591 1.803 0,4.491-0.172 3,8.257 2.013-1,2.495-5.532-3,3.749-0.711 0,-3.163-0.177-3,2.925-0.037 0,-1.347-0.352 0,1.308-0.592 0,-0.269-0.434 0,0.892-0.636 1,0.845-0.671-1,0.781-0.675 0,0.701-0.922-1,0.620-1.074 1,-0.006-0.879 0,-0.475-0.700 0,-0.266-0.543 0,-0.099-0.405 1,-0.516-0.286-1,-0.804-0.188 0,-0.723-0.108 1,-0.637-0.043 3,-0.818 0.005 0,-0.924 0.044-3,-0.973 0.068 2,-0.970 0.085 2,0.577-3.205-1,-1.692 0.725 0,-1.428 0.896 1,-1.303 2.030-2,-0.706 0.646 1,-0.553 0.570-2,-1.339-2.580 1,-2.971 2.250 2,-4.354 1.683 2,-0.781 2.744-3,1.142 1.518-3,-0.880 0.377 0,0.618 0.590 0,-0.319 0.650-1,-0.484 0.468 0,-0.591 0.312 0,-0.378 0.729 1,-0.207 1.013-1,-0.070 0.647 2,0.035 0.351 0,0.111 0.658-2,0.167 0.863 1,0.198 0.445-1,0.220 0.115 2,0.222 0.137 0,0.220 0.145 1,-2.380 2.562-2,0.746 0.349 0,0.840 0.273 3,0.847-0.433-1,0.802-0.876-2,0.716-1.113 1,0.193-0.495-1,0.596-0.770 3,0.485-0.558 1,1.343-1.003 0,-2.623 3.959-1,2.772 0.037 1,5.122-0.637 0,5.546-4.767-3,2.248-2.499 1,-2.051-0.665-1,-0.239-0.022 0,2.266 0.043 1,-2.320 0.100-1,6.108-0.047-3,-5.544 0.089 2,0.307 0.011-1,0.246-0.263 1,0.194-0.455 0,-0.964-0.317 0,0.110-0.507 1,4.535-2.047 0,-0.378-0.362-1,-0.669 0.064 0,-0.787-0.139 1,-1.561 0.065-1,-1.601 0.059 1,-1.498 0.055 0,0.872-0.784 3,0.663-0.253 9,-10.864-0.262-10,-5.852 5.611-4,2.138 0.607 0,1.129 0.164 0,-0.963 0.494 0,-4.750 1.526-3,-1.885 0.890 2,0.823 0.366-1,-0.808 1.037 0,-0.610 0.849 2,-0.442 0.675 0,-0.297 0.523 24,-0.179 0.389-51,-0.086 0.276 27,-0.014 0.181 0,0.044 0.102 1,0.083 0.041 1,0.381-0.006 0,0.590-0.043 0,0.726-0.337 0,0.799-0.546 0,-3.303 1.639 1,1.329-0.865-1,1.253-0.791 3,0.112-0.333 4,2.068-1.386-6,1.986-1.338-1,1.776-1.200 0,2.382-0.852 3,-2.331 2.226 9,2.982-0.369-9,-0.377 0.620 3,2.775 0.651-6,2.407 1.164 0,6.325-2.263 1,0.757-6.766-1,2.154-2.062-1,1.105-0.424 0,-4.236 1.548 0,0.270-0.578 1,0.269-0.565-3,0.260-0.269 1,0.246-0.032 0,1.201-1.185-1,0.205-0.802 3,1.876-2.617-1,-0.482-0.482-21,-0.704-0.147 22,-0.801 0.082 20,-2.557 3.316-21,-0.107 0.518 0,0.377-0.419 0,-0.496 0.255 0,0.021-0.701 0,-0.842 0.329 6,-0.820 0.314 2,0.387-3.003-6,-1.396-0.550-1,-2.066 0.041 2,-2.044 0.228-1,-2.671-2.037-2,0.958 5.287 1,-0.584 0.438 0,-0.446 0.620 0,-3.803-2.767-2,3.657 4.126 1,-0.381 0.254 1,-0.369 0.047 0,-0.347-0.109 0,-0.321 0.048 0,-0.286 0.165 0,-0.253 0.245 0,-0.217 0.298-1,-0.181 0.324 0,-0.150 0.336 1,-0.122 0.328-1,-0.094 0.315 1,-2.460-0.002 0,0.340 0.442 0,0.521 0.365 0,0.607 0.290 0,0.627 0.220 0,0.598 0.163 0,-4.492 0.172 1,4.305 0.072 1,0.628 0.028-1,0.711-0.002 0,-4.060 0.138 0,3.285-0.715-1,0.857-4.022 2,6.688-2.938 1,3.739 0.606-3,0.333 2.425 0,4.387-0.787-2,-2.128 2.307 1,2.193-0.331-1,1.847-0.406 1,1.525-0.446-3,3.754-1.171 1,1.686-0.540-1,-0.898 0.350-1,1.474-0.348 1,1.246-0.327 0,1.027-0.298 1,0.288-0.266 0,-0.278-0.231 0,-3.488 1.022 1,-0.661 0.195 0,2.023-0.521 0,-0.708 0.525 0,5.688-1.545 1,-2.684 0.697 4,-2.899 0.552 8,-2.306 0.267-9,-2.978 0.501 0,-2.594 0.420 0,-2.141 0.339 2,1.117-0.667 2,-3.619 2.241-3,3.518-1.050 7,-2.299 1.856-7,0.519 1.140-1,-13.136 3.100 1,-0.473 0.203-1,-3.601 1.331-6,3.603-0.853 1,-1.014 1.045 1,-1.036 0.907-21,-1.019 0.774 20,-0.964 0.373 1,-0.895 0.060 21,1.007-0.604-21,-0.593 0.462-1,-4.613 2.706 0,-0.711 0.456 0,1.932-0.953 1,0.183 0.117 1,0.098 0.058-1,0.034 0.013 1,-1.646 1.521-1,0.614 0.472 0,4.159-2.675 4,0.430-0.271 0,-1.153 0.680-2,0.562-0.710 0,0.541-0.254 0,0.508 0.093 1,-2.293 2.069 3,1.111-0.822 0,1.123-1.090-1,2.426-1.579-4,1.075-0.294 1,1.343-1.048 1,0.318-0.430 0,-3.445 3.625 5,0.910-0.555 0,0.686-1.922-5,-2.492 1.305-1,3.982-2.297 0,-2.944 3.740 0,2.974-1.020 0,2.409-1.036 0,2.305 0.342 0,5.735-2.858 2,2.894-3.452 1,2.440-1.411-4,-4.325-0.192-1,2.559-0.608 1,-2.432 0.375-1,1.033-0.888 1,0.770-0.562 0,0.547-0.297 0,0.359-0.092 0,0.206 0.070-2,1.458-0.641 1,-0.084-0.230 0,-1.517 0.613 0,-0.188 0.174 1,2.524-0.790 2,-0.768 0.608 0,-0.885 0.659-1,-3.189 0.921 1,-0.761-0.113 0,-0.519 0.005 0,5.870-3.150 3,-6.100 2.262-2,3.127-4.101 2,-1.699 0.998-5,-1.123 2.227 7,-12.577 2.153-3,-0.460 5.039-4,-1.246 0.300-2,0.648-0.073 1,-1.522 0.752 0,0.442-0.222 0,-0.506 0.068-1,-0.572 0.185 1,-0.602 0.267-1,-0.601 0.320 1,-0.580 0.344-1,-0.272 0.353 1,-0.031 0.348 3,-0.122 0.327-2,-0.184 0.304-1,0.046 0.003 1,0.217-0.221-1,0.336-0.381 2,0.412-0.489 1,0.457-0.548-1,0.472-0.577-1,0.739-0.304 0,0.908-0.089 4,-1.212 1.168 0,1.841-0.004-1,1.759 0.013-1,-1.702 1.802 7,2.961-2.506-7,-3.928 1.833 5,1.078-2.607-6,0.525-1.919 0,0.823-1.261 0,1.824-3.574 2,9.064-2.801-1,2.535-0.378 1,-1.614 1.760-3,1.192-1.172-1,2.936-2.163-1,-2.285 2.208 1,1.118-1.355-1,2.556-2.384-1,1.228-0.841 2,-0.943 0.976 1,0.271-0.185-2,-1.319 1.159 1,0.339-0.356-1,2.212-1.824-1,0.507-0.126 2,0.186 0.302 1,-0.056 0.610 3,1.179-0.719-3,-1.136 0.662 0,-2.431 1.985 0,-0.717 0.835 0,-0.890 0.614 0,-0.987 0.430 2,-0.752 0.547 7,-0.550 0.611-5,1.366-0.546 2,-0.745 1.116-1,-0.639 1.030 0,0.808-0.645-3,0.214-0.425 0,1.854-0.732 3,-3.553 1.913-1,-11.857 1.366-1,-0.329 2.146-1,-2.956 0.649-4,3.292 0.396 2,-0.961 0.268 0,-5.362 2.389-2,3.893-0.503 1,-0.565 0.393 0,-1.763 0.743 0,-0.194-0.065 0,1.106-0.479 1,-0.377 0.185-1,-3.561 1.679-1,0.446 0.148 3,0.826 0.036 1,1.027-0.361-2,1.094-0.602 0,1.068-0.722 1,2.778-1.234 0,0.308 0.044 0,-2.088 1.176 4,0.600-0.422 1,0.578-0.555-4,0.475-0.176 1,1.203-0.284-1,-1.912 2.469 0,3.829-0.308 0,2.093 4.008 2,3.828-1.859-2,4.339-5.474-1,-0.865-3.866 0,0.007-0.936-1,-0.577 0.303 1,1.658 1.171 0,1.445-0.133 1,2.516-2.067-2,-4.810 1.234 0,0.718-0.186-1,0.833-0.041 0,0.884 0.073 0,0.353-0.118 1,-0.058-0.255 1,-0.093-0.078-2,-0.116 0.056 0,1.070-0.245 1,-0.224 0.305 0,-1.385 0.663 0,-0.168 0.295 2,1.262-0.327 1,-0.946-0.017-1,-1.109-0.153-1,-1.183 0.236 1,-0.382 0.137 0,1.136-0.353 1,-0.626 0.430 1,4.444-0.870-1,-2.583 1.701-2,-1.864 2.005 0,-4.893 5.580 2,-2.973-0.487 0,-4.035-0.729-1,-1.886 1.170-2,-4.403 3.150-2,2.972-3.339-1,0.104-0.256 2,-0.990 0.706 0,0.950-0.507-1,-0.333 0.366 1,-3.504 2.672-2,-0.016 0.333 2,3.364-2.244 0,0.162 0.076 1,-3.166 2.157-1,-0.142-0.602 2,1.962-1.460 0,0.672-0.269 1,0.594-0.453 0,0.514-0.575 0,-2.044 1.161 0,1.007-0.685-1,0.986-0.545 4,2.941-1.616 0,0.736 0.007-2,-0.917 1.688-2,1.170-0.374 0,0.964-0.494 3,-2.002 3.511 1,1.682-1.873-5,1.041-0.026 0,9.877-3.866 3,-0.047-3.311 0,-0.128 0.195-1,1.382-0.947 1,0.677-1.975-3,2.202-0.436 0,-1.705 1.233 0,-2.078 0.770 0,0.674-0.283 0,0.607-0.387 1,0.814-0.289 1,-0.134 0.111-3,-0.364 0.252 0,-0.982 0.433 1,-0.434 0.304-1,-0.415 0.297 3,1.716-0.757 0,-1.262-0.326 1,-0.081-0.121 0,-0.196 0.100-2,1.701-1.555 1,-3.076 0.343-2,3.840-3.093 2,-1.457 1.704 1,-0.713 1.958-3,-4.840 9.258 4,-3.701 0.400 0,-4.090-1.295-4,-0.507-0.327 0,-2.351 2.147-1,-0.466-0.769 0,2.024-1.707 0,-0.516 0.826 1,-1.581 1.697-2,0.028 0.360 3,0.272 0.068-2,1.429-1.432 1,0.121-0.531 0,-0.373-0.007-1,0.292-0.375 2,0.321-0.279-1,1.450-1.289 5,0.017-0.369-2,-2.546 0.819-1,0.444-0.904-2,0.587-0.836 3,0.623-0.723-1,-0.870 0.841 0,0.249 3.259 2,3.176 1.932 1,3.149-0.806-5,3.708-0.837 0,3.896-3.911 2,0.315-2.526 0,2.047-2.186-2,-2.643 0.505 0,0.426-0.067-1,3.103-1.823 0,0.546-0.856 0,-4.726 2.339 1,0.372 0.110 1,0.314-0.108 1,0.264-0.267 0,0.215-0.106-2,0.172 0.018 0,-0.140-0.158 0,-0.364-0.287 1,-0.252-0.101-1,-0.157 0.041 0,2.429-1.073 1,-0.511 0.507 1,-0.575 0.600-1,1.247 0.030 2,0.746-0.433-2,-0.632-0.348 1,-2.998 1.198 3,-0.354 0.001-4,-0.459 0.016 0,3.890-2.628-1,-1.807 0.096 0,-3.007 1.130 0,-8.674-0.163 6,-2.458 4.862 0,0.495 1.576-6,-3.251 2.137-2,2.515-0.929 2,-1.511 0.959-2,-1.638 1.101 1,-1.401 0.629-1,-1.178 0.250-1,-0.964 0.502 1,-0.770 0.669-1,-2.485 1.726 1,0.134 0.385-1,2.232-1.064 1,0.083 0.061 3,0.043-0.262-2,0.010-0.497 0,0.525-0.384 2,0.893-0.286 2,0.594-0.472-1,0.349-0.596 0,-3.090 1.173 0,1.254-0.719 0,1.401-0.575 7,0.328-0.222-8,1.849-1.071 1,1.682-1.046 0,1.438-0.946-1,-2.702 0.283 6,2.778-1.743-1,-0.690-1.170 4,13.757-1.793-6,4.042 1.375-3,0.033-1.695-23,1.985-3.002 22,-3.219 0.123 0,-0.344-0.556 1,0.531-1.217 10,0.885-1.211-11,1.118-1.162-2,0.978-0.812-1,0.839-0.521 0,0.706-0.556 3,0.582-0.560-1,0.193-0.276-1,-0.099-0.050 0,0.222-0.151 0,0.460-0.221 2,0.344 0.004 0,0.251 0.174 0,-0.103 0.023 1,-0.362-0.089 2,-0.541 0.099-3,-0.658 0.237-1,-0.721 0.601 2,-0.742 0.854 0,-0.461 0.740 1,-0.232 0.628 0,-0.596 0.524 1,-0.846 0.423 1,2.713-2.193 5,-1.660 1.544-8,-1.523 1.624 0,-4.520 3.173 3,4.480-4.624 2,-5.640 3.599-4,2.053-3.133 8,-2.245 3.104-7,0.014 0.170-3,0.078 0.095 3,0.241-0.427-2,-0.505 0.203-1,1.860-4.228 0,-2.351 0.737 1,-1.741 0.505 1,-3.295 1.261 0,-6.293 2.170 2,-0.794 1.605-3,2.688 0.877-1,-0.597-0.036-1,-4.919-0.848-1,2.587 1.147 2,-0.572 0.192 0,0.710 0.345-1,-0.593 0.159 1,-0.638 0.156 0,-0.651 0.146-1,-0.366 0.133 1,-0.138 0.119 0,1.653 0.139 0,0.079 0.068 0,-3.001 0.385 0,0.394 0.673 0,1.918 0.232 0,0.391 0.213 1,0.380 0.114 2,0.360 0.033-1,0.330-0.025 0,0.297-0.070-1,-2.237 0.265 2,0.788-0.221 0,0.845-0.234-1,2.670-0.416-1,0.247-0.122 1,-4.927 1.279-1,4.786 0.020 1,0.560 0.149 0,-5.132 2.091 3,2.011-0.844-3,2.457-1.314-1,-0.379-0.807-1,2.083 2.799 3,3.634 2.604 1,0.992 1.240-1,2.061-0.815-4,3.263-3.378 1,2.171-2.462 1,0.858-1.116-1,-0.473-0.179 1,3.370-0.009-2,1.102 0.040 1,-1.268 0.041-1,1.627 0.008 0,-0.320-0.260 1,1.303-0.458-2,-1.374-0.320 0,0.313-0.507 1,5.063-1.164-2,0.882-0.319 1,-2.212 0.320 1,-0.247 0.053-1,-0.220 0.135 2,-0.190 0.196 2,-0.431 0.232-2,-0.598 0.249-1,-0.969-0.015 0,-1.215-0.213 7,-1.081-0.084-3,-0.944 0.018-2,-0.807 0.092 0,-0.676 0.144 2,1.796-0.333 5,-1.120 0.357-1,-1.029 0.360-4,-0.906 0.340-1,-0.766 0.304-1,-0.621 0.261 1,4.977-0.071 1,-2.952 0.599 0,-2.138 0.270-1,0.564 0.274 1,-13.232-0.174 2,-0.697 1.061-2,-1.210 2.100-5,2.882-0.977 0,-0.716 0.213 2,-0.575 0.609 0,-0.452 0.877-1,-0.611 0.508 0,-0.711 0.212 0,-0.489-0.014 0,-0.304-0.187 0,0.116-0.034 1,0.425 0.076 0,0.099 0.161-1,-0.146 0.215 1,-0.056-0.022 0,0.015-0.197 2,0.067-0.323 2,0.103-0.403-2,-1.102-0.002-2,0.235-0.613 0,-1.412 0.086 1,0.214-0.240 2,0.204-0.053-1,0.502-0.246 0,0.669-0.359-1,0.739-0.411-1,0.734-0.417 0,0.688-0.398 0,0.609-0.358 4,-1.615 0.693 0,-3.158 1.590 0,4.619-1.334-2,0.054-0.129 0,0.159-0.208-1,0.216-0.249-1,0.243-0.258 1,0.242-0.249-1,-3.023 0.107 1,2.991-0.619 1,-5.198 0.022 0,1.704-0.366 0,1.376-0.258-2,0.679-0.857 0,5.539-4.836 4,2.547-0.367-1,0.414-0.877 0,4.729 0.400-2,1.365-2.299-1,-2.400 2.796-1,0.073-0.065-1,-0.034 0.164 2,-0.227 0.463-1,0.037 0.159 1,0.059 0.135 0,-0.026 0.203 0,-0.076 0.234 3,-0.103 0.233-1,-0.114 0.218 0,3.040-3.003-1,-2.409 2.692 0,-0.093 0.374 0,3.954-2.621 1,-1.444 2.530-1,-0.011 0.317 0,-3.283-2.768 4,-5.826 0.925-1,-5.121 5.423-2,1.231 2.772-1,0.220 0.497-1,-2.109 0.185 0,-5.541 2.184-2,4.775-1.387 1,0.360 0.046 1,-0.766 0.514-2,-0.526 0.501 1,-0.329 0.476-1,-0.714 0.168 1,-0.970-0.068 0,-0.861 0.028 1,-0.749 0.100 0,-0.363 0.148 0,-0.064 0.180 0,0.162-0.072-1,0.324-0.259 1,0.436-0.121-1,0.503-0.010 1,0.536 0.072 0,0.539 0.130 2,0.523-0.101 1,0.493-0.270 0,0.452-0.388 1,0.405-0.459-2,-2.192 0.538 0,0.921-0.898 1,0.944-0.848 0,2.226-0.644-1,0.970 0.092 0,-0.602 0.787 0,1.250-0.344 4,-2.771 1.539-1,1.141-0.094-4,3.337 3.352 2,2.528 1.062-1,1.879-0.772-2,3.318-3.102 1,2.869-5.110 1,2.024-3.056 0,3.505-1.587-2,-2.583 0.343-2,1.567-0.971 0,-2.118 0.913 0,0.719-0.426-1,4.567-2.010 1,0.906 0.069 0,-1.456 0.607 0,0.392-0.507 0,0.046-0.132 1,-0.217 0.150 1,-0.134-0.185 0,-0.065-0.429 0,4.326-2.878-1,-0.768 0.061 2,-0.994 0.372 4,-4.846 2.681-5,-0.675 0.153 1,-0.634 0.368-1,-0.579 0.513 1,-0.520 0.335 0,-0.453 0.188 0,-0.391 0.071 5,-0.326-0.018 1,2.766-1.991-2,-0.904 0.796-4,-0.950 1.007 1,-3.888 2.473-1,7.944-5.024 1,-5.467 3.787 0,-0.472 0.693 1,-0.880 0.884-1,-0.352 0.604 0,3.312-0.381-2,-0.734 0.866 2,1.467-2.112 2,-1.949-2.150-2,-3.494-0.594-1,1.077-0.255 8,0.218 3.137-13,-8.350 9.565 9,-2.422-0.985-2,-0.992-2.863-2,-1.821-0.116-2,-2.417 2.900-1,3.486-0.854-6,-1.116 0.854 9,-1.095 0.739 1,-1.039 0.627-2,-0.961 1.063-2,-0.869 1.348 0,-0.766 0.973 0,-0.664 0.658 0,-0.562 0.667 0,-0.465 0.653 0,-0.379 0.615 0,-0.297 0.568 0,-0.499 0.240 1,-0.627-0.014 1,-0.166 0.067 0,0.191 0.126-1,0.447-0.377 1,0.624-0.738 1,-1.169 0.773-1,1.088-0.906 0,4.380-3.424 1,0.579-0.398 1,-2.416 1.729 0,0.892-1.119 8,2.348-1.721-6,1.007-0.460-1,-1.186 1.107 1,1.307-1.163 0,1.066-1.176 2,-2.556 0.743 0,1.202-1.125-3,-0.323 1.842 3,3.460-0.595-4,2.052 1.826-1,4.014-1.495-1,5.129-9.306 3,-1.268-2.114-1,1.558 0.329 1,2.611-2.634-3,-2.120 2.581-11,-1.045 0.699 19,0.549-0.678-9,2.216-1.889 0,1.384-1.119-1,0.950-1.098-1,0.593-1.043-18,0.572-0.963 39,0.537-0.870-19,0.220-0.498-1,-0.021-0.200-1,-0.205-0.513 1,-0.334-0.729 2,0.123-0.320-1,0.461-0.007 1,-0.115 0.231 0,-0.543 0.399 4,-0.301 0.511-4,-0.109 0.576 0,-0.233 0.603 0,-0.316 0.604 0,-0.368 0.851 1,-0.392 1.006 5,-0.668 0.815-2,-0.849 0.642-2,0.368-0.116 0,-0.716 1.079 1,-1.762 1.416 0,-0.765 0.345 5,-0.520 0.170-5,-0.313 0.033 0,1.290-1.261 3,-0.378 0.627-4,-0.316 0.768-1,2.836-1.994-1,-2.664 2.110 2,0.036-0.105-1,-0.036-0.089 0,3.185-1.888 1,0.815 0.121-3,-4.554 2.953 2,0.282-0.333 0,2.540-1.821 2,0.552-0.291-4,0.448-0.125 1,-1.173 0.759 0,0.075-0.186-1,-2.006 1.276 1,0.049-0.183 0,2.176-1.543-1,0.056 0.255 2,-1.892 1.507 1,0.383-0.040 0,1.571-0.879-1,0.290-0.201 0,0.174 0.046 0,0.078 0.228 0,0.006 0.084-1,-0.050-0.024 0,-0.085-0.107 0,-0.115-0.163 0,3.291-2.145 1,-0.803 0.644 2,-0.971 0.917-2,-1.099 0.746 0,-1.100 0.585 0,-1.022 0.435 1,-0.892 0.311 0,-0.875 0.485 1,2.020-1.041 0,-2.346 8.629 5,-10.079 0.551-2,-4.761-0.191-7,2.295-1.147 0,-1.910 1.065 0,-1.899 1.174-1,-1.548 1.216-6,-1.231 1.202 7,-1.221 1.148 2,-1.166 1.068 2,-3.437 2.735 0,-0.521 0.992-22,2.485-1.449 17,0.048 0.045 1,0.415 0.119-1,0.677 0.170 0,0.573-0.068 1,0.479-0.245 2,0.660-0.366 0,0.774-0.445 3,0.556-0.759-1,0.379-0.965 0,0.768-0.815 0,1.035-0.673-1,0.928-0.543 1,0.810-0.425 2,-1.605 1.805-2,1.882-0.771 6,1.874-0.744-6,2.664-2.540-1,0.446-0.615 0,-0.993 0.460 1,0.428-1.079 4,-3.137 1.169-1,1.644 0.013-5,2.299-0.120 1,6.797 0.900 1,4.356-6.017 0,0.612-0.276-2,4.718 0.054-2,-4.926-0.181 1,1.146-0.457-1,-0.170-0.120 0,1.173-0.155 0,4.985-0.877-1,1.395-0.633 0,-1.216 0.068 0,0.573-0.099 1,0.700-0.249-1,0.769-0.356 0,0.524-0.151 0,0.320 0.010 1,0.428-0.144 1,0.491-0.251 1,2.933-0.604-2,-0.055 0.154-1,-2.885 0.761 4,-0.303 0.299-1,-0.329 0.067-2,-0.343-0.110 1,-2.706 0.280 1,-0.180-0.260 1,7.347-2.043 1,-1.162 0.142 1,-1.447 0.417-2,-3.623 0.732-1,-0.660-0.121 0,-4.158 1.067 0,-0.442 0.124 1,5.819-1.780-1,-1.069 0.044 4,-1.048-0.004 0,-5.972 1.951-1,-0.333 0.164-1,0.906-0.146-3,-0.305 0.291 0,0.843 0.064 0,-0.310 0.387 4,-1.302 0.511 1,-0.157 0.256-2,0.163-0.038-2,0.394-0.258 1,0.284-0.144-1,0.188-0.051 1,0.114 0.019-1,0.051 0.070-1,0.006-0.163-1,-0.033-0.333 1,0.212-0.177 0,0.389-0.054 1,0.235 0.041 1,0.112 0.108-1,0.017 0.156 0,-0.057 0.186-1,-0.110 0.203 0,-0.144 0.207 0,-0.164 0.202 1,-0.176 0.192 0,-0.176-0.093 1,-0.170-0.304 0,3.090-1.303-1,-0.804-0.644 1,-0.936-0.539 0,-4.176 1.504-1,6.051-2.477 0,-5.444 2.456 0,2.522-0.543-1,-0.357 0.505 5,-0.475 0.497-3,-0.278 0.409-2,-0.727 0.432 1,-0.708 0.352 0,3.945 0.174 2,-4.115 1.175-1,-6.238 5.605 3,-5.848-0.931-2,-0.531-1.283-1,-0.738 2.533-3,2.605-1.702 0,-0.970 0.497 0,-1.063 0.718-1,-1.090 0.857 2,-1.072 0.931-1,-1.020 0.954-2,-0.943 0.935 3,-0.855 0.888-1,-0.485 0.819-1,-0.189 0.741-1,-0.237 0.383 2,-0.258 0.102-1,-1.845 1.670 0,0.344-0.428 1,3.933-3.832 1,0.332-0.339 1,-2.802 2.684 0,0.677-0.648 0,-0.924 0.906 2,1.276-1.201 1,1.291-1.218 1,2.092-1.727-2,1.386-0.879-1,1.354-0.754 1,1.162-1.306-1,0.375-0.813 2,-3.116 2.798 8,2.073-2.745-8,0.240-0.662-2,-3.925 2.023-2,1.693-2.646 0,0.144-0.331 1,3.842 3.279 3,6.746-1.348 0,3.465-3.960-4,0.321-1.371 1,-0.489-0.360-1,-0.485-3.078 1,0.687-2.221-1,-2.071 1.374 1,0.380-0.506-1,3.349-3.364-1,-3.540 3.608 0,0.807-0.378 1,0.664-0.099-1,0.534 0.111 2,0.144-0.005 0,-0.151-0.091 0,1.233-0.937-2,0.482-0.209 0,-2.025 1.655 0,0.146 0.186 3,1.323-0.650 0,0.109-0.021-1,0.053 0.171-1,0.009 0.307 0,2.583-1.165 1,-0.516 0.307 1,-0.690 0.235-2,-2.771 1.323 1,-0.232-0.124 1,2.398-1.629 0,-0.613 0.491-1,-0.651 0.696 1,2.627-0.654 1,-0.947 0.481-1,-0.717-0.013 1,0.372-0.428 2,-2.681 1.332-4,0.079 0.117 0,-0.051 0.313-1,-0.133 0.423 0,-0.177 0.469 0,-0.198 0.470 0,3.068-0.274 1,-2.364 0.872 1,-0.019-0.228 0,-0.138-0.395 0,1.389-0.475-1,-1.793 0.325 0,-0.458-0.337-1,3.448-2.911 1,-1.853 1.238 1,2.142-0.134 0,-3.760 1.604-1,3.450-3.024-1,-3.005 1.609 1,1.821 0.401 2,1.295 0.871 0,0.519-0.626-3,-1.919-0.165-1,1.230 0.216 1,-3.309 1.724 1,5.246-0.703 1,-2.070-1.149-2,-1.746-0.627 3,-2.197 0.333-1,1.775-2.894-2,-0.506 1.640 2,1.139 1.364-1,1.621 0.953-1,-0.576 1.265 1,-0.832 0.930-1,-1.477 1.372 0,-11.679 4.230 3,-0.903-1.975-1,0.297-0.123 0,0.469-0.629 1,-2.283-1.048-2,-1.067 1.205-1,3.193-0.779 0,-5.579 1.312 0,-0.213 0.132-3,2.200-0.190 2,-1.163 0.687 1,0.797 0.064 1,-0.309 0.523-2,-0.408 0.242 0,-0.469 0.019 0,-0.496-0.145 0,-0.500-0.265-1,-4.204 0.736 2,0.573-0.710 1,1.059-0.734-1,4.281-0.956 0,0.584 0.092 1,0.246-0.019-1,-0.019-0.104 1,-2.886 0.495 5,0.644-0.373-2,0.854-0.406-1,3.146-0.470-2,0.335 0.245-1,0.244 0.120 1,0.171 0.017 0,-2.925 0.856 2,0.835-0.309 0,0.944-0.398 0,0.941-0.420-2,-1.810 1.050 0,2.179 0.055 0,0.392-0.003 2,0.468-0.250-1,-2.452 0.681 1,1.300-0.924-3,-1.136 1.763 1,-0.477 0.465 2,-0.965 0.466-2,1.088 0.181-1,1.565 0.223 0,2.242 0.952 1,1.308 0.308 1,-0.910 0.045 1,-1.777-3.548 2,12.543-3.746-2,1.703 0.594-2,0.514-0.011-2,3.019-1.155-1,-5.375-0.289 1,4.602-1.155-1,-1.329 0.647 2,0.874 0.124 1,0.527 0.214-2,-3.248 0.608 2,0.023 0.130-1,-1.097 0.220 0,0.027 0.090 0,2.652-0.386-1,0.575-0.451 1,1.892-0.581 4,-0.273-0.103-2,-0.598 0.066-2,-4.351 0.593 0,-0.530-0.261 0,1.342-0.846 0,-0.471-0.083 0,-1.097 0.376 2,-0.116 0.118 2,2.216-0.575-2,-0.360 0.415 3,-0.417 0.433-3,-1.268 0.556-1,5.111-0.471-1,-0.542-0.495 2,-4.204-0.689 0,0.419-0.224 1,2.229-0.191 0,-0.998 1.309-3,0.623 0.857 0,1.647 0.542 0,0.816 0.430 1,-1.979 0.265-1,-2.107 0.093 1,0.254-0.269 0,-1.586-6.127 3,0.516 1.248 0,-0.380 3.071-4,1.228 0.731 5,-0.341 0.659-8,-12.947 1.010 8,-0.246-0.464-3,-2.476 0.279-4,-4.173 2.426 0,3.870 0.682 1,0.135 0.498 1,-0.985 0.819 1,0.598-0.146 1,-1.018 0.489-14,-2.754 1.450 11,-0.513 0.494-1,-2.544 1.858 0,-0.323 0.902 1,1.992-0.806 0,-0.091 0.255-1,-0.069 0.131 1,-0.053 0.030 2,0.230-0.042-1,0.438-0.098 0,2.275-1.416 1,0.097-0.085 0,-3.647 2.442 1,0.630-0.218-1,2.490-1.448 2,0.643-0.190 0,-0.865 0.610-1,0.840-0.831-1,3.427-2.367 1,0.381-0.226 0,-0.919 0.476 1,0.374-0.543 0,0.592-0.330 1,0.732-0.161 0,-1.314 1.113-2,0.979-0.739 0,0.818-0.831 0,1.344-0.900 2,0.167-0.002-1,-0.909 0.786-1,0.570-0.232 0,0.622-0.293-1,-3.251 2.902 1,1.932-1.075-2,1.277-1.327 1,-1.336-0.695 1,0.490-2.499 2,5.580-7.381 1,4.852 2.018-3,-0.262-1.529-1,0.182 0.423 0,1.746-2.036-3,1.425-1.265 1,-2.630 3.574 1,0.650-0.455-1,0.826-0.411 2,0.926-0.364-3,0.969-0.586 2,0.963-0.732-2,0.927-0.543 2,0.866-0.384-1,0.517-0.248-1,0.239-0.140 1,0.293-0.054 0,0.321 0.014-1,0.333 0.063 1,0.326 0.097 1,0.043 0.121 0,-0.174 0.132 2,-0.326 0.408-1,-0.431 0.599 0,-0.495 0.450-1,-0.523 0.321 1,-0.524 0.215 0,-0.508 0.126 2,-0.476 0.327 0,-0.437 0.464 2,-0.391 0.551-3,-0.342 0.597 1,-0.293 0.337-2,-0.246 0.131 1,-0.204 0.245 1,-0.161 0.318 0,2.480-0.507 0,-0.048 0.682-2,-0.038 0.665 0,-2.885 0.729 1,-0.538-0.149-1,-0.372-0.037-1,-0.232 0.048 1,0.350-0.503-1,-0.663-0.384 5,3.557-2.379-1,-3.711 2.195-3,-0.107 0.287 0,4.244-1.391 1,-0.147 0.962-1,0.510-1.356 0,0.000-0.187 0,-0.355 1.071 0,-0.411 0.929 0,-1.909-0.887 0,-0.927-1.086 2,-0.468 0.934-1,0.211 1.344 0,0.421 1.158-1,-0.003 0.787 0,1.746 0.495 0,-1.674 0.263 0,0.828-0.009 0,-0.231-0.144 1,-1.253-0.071 0,-12.074-0.005 0,0.019 0.009 1,-1.375 0.000-2,0.715 0.320-2,0.361 1.956 1,-3.203 2.460-1,-1.982 0.802 1,1.066 0.010 0,3.806-1.160-2,-0.370 1.196 1,1.595-0.867 0,-0.181 0.490 1,-2.211 2.526 2,-0.229 0.551-3,0.902-0.763 1,-0.089 0.202-1,0.976-0.798 1,-0.077 0.452 0,-2.630 2.743 0,-0.650-0.275 0,2.398-2.634 1,0.188-0.127 1,-2.108 2.202-3,0.249-0.196 1,1.294-1.301 0,0.143-0.134 1,-2.139 1.884 3,0.524-1.056-2,0.609-1.246-1,3.414-2.919 1,0.440-0.178-1,-2.140 2.435 1,0.726-0.323 0,0.537-0.300 5,0.247-0.092-3,0.446-0.413-4,0.360-0.396 0,0.280-0.352 1,-2.837 2.526 1,1.125-2.550-1,-1.471-1.481 2,0.705-3.357 0,5.256-5.705 0,1.537-0.227 0,4.049-1.269-2,-0.039 0.829 0,-0.012 0.063-1,6.047-4.741-1,-1.381 2.559-2,1.123-0.804 1,-2.723 2.926 1,0.208 0.302 0,0.158 0.180 0,0.113 0.082 0,0.078 0.007-1,0.049-0.051 1,0.295-0.091 3,0.467-0.120 5,0.310-0.134-6,0.182-0.143-1,1.402-0.761 1,-0.068 0.461-1,-2.711 1.867 0,-0.088 0.061 0,1.174-0.569 0,-0.122 0.378 1,-0.130 0.193 1,-0.136 0.052 0,-0.136 0.211 0,-0.128 0.324 0,3.060-1.023 0,-0.731 0.908 0,-0.870 0.907-1,-3.231 1.457 0,-0.219 0.381 1,1.684-0.261 0,-0.426-0.005-1,-0.437-0.201 2,-0.419 0.002 1,-0.376 0.139-3,-0.326 0.217 0,0.050-0.062 0,0.295-0.245 0,0.440-0.351 2,0.187-0.078-3,0.008 0.108 0,-0.113 0.226 1,2.406-1.588-1,-3.422 0.572 0,-0.399 0.047 2,3.245-1.564 2,-0.102 1.395-2,1.592 0.863-1,-3.904 1.164 0,3.734-1.921-1,-4.209-0.277 2,0.037 0.269 0,1.118-0.633 1,-0.540-0.134-2,-0.691-0.130-2,-0.230 0.674 1,1.089 0.487 1,-0.650-0.796 2,-1.494-1.014-1,0.130 0.635-1,2.624-0.325 0,-2.739-1.269 1,0.563 0.839-1,0.774 1.289 1,0.020 0.029-1,-0.485-0.039-2,1.863-1.066 0,-0.938 2.498 1,0.444 0.819 3,1.945 0.582-1,-1.672 0.733-2,-0.750 0.184 0,-0.010-0.025 2,0.938-0.067 0,1.379-0.046 0,1.113-0.017-1,0.490-0.007-2,-0.449-0.001 1,-0.699 0.001 0,-1.751 0.001 2,-0.782 0.000-1,2.214 0.002 1,-2.255 0.000-1,1.150 0.000 0,-0.756 0.000 0,1.418 0.000 0,-2.074 0.080 0,-2.854 5.069 1,-3.138 0.951 1,6.226-2.217-1,-0.988 0.166-1,0.002 1.723-1,0.539-1.176 0,-2.258 1.073 1,-1.160 0.518 0,-1.037-0.236 0,-0.621 2.054-2,-0.744-0.945 2,-0.179-0.475 1,0.042 1.754-1,0.098-2.021 0,0.029-0.075 0,0.017 0.011-1,0.018 2.173 0,0.008-1.680 1,0.002 0.935 1,-0.004-0.365 0,-0.004 1.445 0,0.000-0.044-1,0.000-0.152-1,0.000-0.269-1,0.000 1.295 1,0.000-0.399 1,0.000-1.187 1,0.000 0.172-1,0.000-0.484 1,0.000-0.776-1,0.000-0.484-1,0.000 2.034 0,0.000-1.400 2,0.000 0.314 0,0.000-0.800 0,0.000-0.548 0,0.000 0.900 0,0.000-0.743-1,0.000 1.142 1,0.000-0.279-2,0.000 0.621 1,-0.160-1.566-1,-2.014 0.255 0,-2.041 0.165 1,-0.920 1.565-1,-2.042-0.548 1,-1.149 0.157-1,0.773-2.139 0,1.977-2.619 0,-0.100-0.574 0,-5.277 0.785 3,2.337-0.752-2,-1.112 1.602-1,-0.547 0.319 2,2.443-1.392-1,-0.659 1.339-1,3.155-1.503 1,-5.039 2.034 0,4.315-1.341 0,0.247 0.616-1,-2.398 1.017 3,0.389-1.177 0,0.760-1.341-2,-3.216-0.516-2,0.323 0.468 4,0.068 1.415-3,0.557-0.264-1,1.326-1.278 1,0.475-1.047 2,1.144-0.744 0,-3.847-0.253 0,-0.842-0.295-1,-0.147-0.143-1,5.086 0.008 0,-5.185-0.071 0,2.312 0.040 1,-0.238 0.034 1,-1.035 0.025 0,0.884 0.024-1,1.372 0.015-1,1.185 0.006 1,-1.883 0.006 1,1.446-0.001 0,0.722-0.003 0,-1.864-0.002 0,1.006-0.001-1,-2.399 0.000-1,0.171 0.000 0,2.182 0.000 1,-0.537 0.000 0,0.100 0.000 0,0.780 0.000 1,-1.415 0.000-2,-0.936 0.000 0,-0.277 0.000 3,1.463 0.000-3,1.037 0.000 1,0.939 0.000 0,-0.843 0.000 2,13.462 0.000 2,1.040 0.000-2,-0.007 0.000-4,-0.419-0.320 0,1.117-1.956 1,-1.004-0.322-1,4.117-0.938 1,-5.261 1.992 0,3.378-1.406 1,-2.685 0.420-1,0.082-0.064 1,-0.053 0.125-1,-0.140 0.240 1,-0.187 0.303 0,-0.206 0.325-1,3.077-0.273 1,-2.152 0.954 0,-0.216 0.296 1,-0.383 0.235 0,5.041 0.095-1,-1.691 0.354-1,-1.592 0.109 2,-0.514-0.006-1,1.547-0.015 1,-0.359-0.056 0,-1.629-0.049-1,-1.041-0.025 1,1.535-0.017-1,-0.973-1.087 0,-4.949-5.549 2,-1.629 0.512 0,6.510 4.773-2,-0.066 1.511 0,0.320-0.141-1,0.261-0.023 1,1.452 0.000-1,-0.787 0.002 1,-0.541 0.001-1,-1.169-1.078 0,-2.784-5.856 3,3.259 2.404-1,1.112 2.295-2,-0.716 1.595 0,-0.901 0.664 1,-0.028 0.150 0,0.740-1.308 1,-3.445-4.557 0,1.031 0.046-1,2.440 2.829 0,-2.699-1.759-1,-4.546-2.002 2,6.415 3.214 0,0.035 0.866-1,-2.436-3.465 0,2.602 1.526-1,0.898 2.469 1,0.020 1.401-1,-0.522 0.592 0,0.301 0.144 1,-0.824-1.399 0,-1.735-4.747 2,0.331 1.291-2,2.187 2.250-1,0.012 1.655 1,-0.585 0.757 0,0.345 0.252 0,-0.473-0.083-1,-0.137-0.503 1,-4.689-5.997 1,-1.403-0.102 1,0.057 0.397-2,0.000-0.097 0,0.000-1.061 0,0.000 0.717-1,0.000 0.416 1,-2.596-1.255 0,-1.556 0.472 0,1.164 0.040-1,-0.590 0.534 1,-1.604-2.828-2,1.434 2.869 0,-0.326-0.114 1,0.335 1.146 1,-0.212 0.494-1,-3.965-3.015-1,1.926 1.214 1,0.787-0.823 3,-1.561-1.669 0,0.385-0.640-2,3.268 4.309 0,-2.881-4.754-1,0.228 1.252 1,1.370 1.605 0,1.536 1.265 1,0.587-0.844-1,-2.587 1.445 3,0.985 0.200-2,-0.271-1.366 1,2.673 12.379-1,1.471 0.196 1,0.367 1.481-4,3.963-3.277 1,0.873 0.045 1,-1.300 1.285-1,2.060-0.748 1,-0.338-0.242 0,-1.188 1.472-1,1.128 0.507 1,-0.599-0.497 1,-0.380-1.334-2,1.317-0.682 0,1.436-1.481-1,0.220 2.469 3,-2.202-0.521 0,0.073 0.508-1,0.289 0.309-1,0.340-0.981-1,-0.009-1.650 3,0.308 1.524 0,-3.450 1.594 2,-1.467 1.307-2,2.282 0.024-2,2.605-3.044 1,1.158-1.755 0,-0.997-1.299-1,-0.108-0.799-1,-0.135-0.910 2,-0.125 0.600 0,-3.846 6.880 2,-2.308-0.066 1,-0.047 0.064-3,0.070 0.173-1,0.010-0.249 0,0.000-0.174 1,0.000 1.392 0,0.000 0.359 1,0.000 1.007-3,0.000-2.139 0,0.000 0.052 2,0.000-0.317 0,0.000-0.340 0,0.000-0.193 1,0.000 0.917-1,0.000-0.256 1,0.000-1.013-1,0.000 1.263-1,0.000-0.973 0,0.000-0.213 2,0.000 0.022 1,-6.154-1.767-1,0.810 0.111 0,-1.408-0.688-2,-0.361-0.902-1,0.519-1.049 2,-1.654-0.627-1,0.896-0.971 0,-0.249-0.384 2,0.636-0.054 0,0.838 0.079-1,-0.201 0.070 0,0.111 0.061 1,-0.279-0.001-1,4.176-7.794 2,1.943 0.923-2,0.232-0.231-1,0.108-0.502-2,0.051-1.623 3,0.025-1.833-1,0.004-0.289 0,-0.008 0.154-1,-0.010 0.315 3,-0.011 1.337-1,-0.008 1.766 0,-0.004 0.308 0,0.000 0.002 1,-0.002 0.303-1,0.000 0.465-1,0.000-2.070 0,0.000 2.760 0,-0.002-5.012 2,0.002 1.791 1,0.000 1.560-2,0.000 1.509-1,0.000-0.821 2,0.000-0.615 0,0.000 0.304 0,0.000-0.529 0,0.000-0.271 0,0.000-0.124-1,0.000 1.153-1,-2.994 0.678 0,-2.743 1.929 3,1.597-0.685-2,1.761-0.696 0,2.625 11.932 2,-0.246-0.091 0,0.000 2.227-3,-0.305 1.440-2,-1.775-1.631 2,-1.533-0.150-1,0.226 0.047 1,0.469 1.384 1,1.098-0.277 0,0.935-1.103 1,0.493 0.818-1,0.331 0.390 1,0.157-0.533-1,0.039-1.352-1,0.017 0.962 0,-0.635-0.844 2,-5.614-4.052 1,1.706 1.270 1,2.237 3.576-3,0.847 0.742-2,0.657-0.790 0,0.099-1.569 1,-3.717-0.004 1,-1.378-0.041 3,1.925-0.201-4,-0.386-1.909 1,-2.085-4.919 1,1.132-3.003 0,2.663-2.666 0,-0.925-1.517-1,1.316 1.645-3,0.165-0.514 2,0.333 0.253-1,0.236-0.041 1,0.239 0.061 0,-1.153-3.303-1,0.122 2.960 3,-0.120-0.005-1,0.061 0.104 1,0.178 0.167-1,0.242 0.198 0,0.269 0.207 0,0.165-0.392-1,-0.362-5.047 2,0.955 2.993 0,0.413-0.794 0,0.290-2.032-1,0.117 1.815 0,-0.003 1.983-1,-0.028 1.033 1,-0.003-2.304 1,-0.069 1.589 0,-0.039-0.711 0,-0.008 0.046 5,0.000 0.799-9,0.002 13.405 6,0.004 0.404-2,0.000-0.343-3,0.000 1.280 0,0.000-0.690 1,0.000 0.518 0,-1.006-0.630 1,-1.304-0.863 0,-0.067-0.509-1,-0.565 0.519 1,-0.515 0.252-1,-0.711 1.613 0,-0.263 2.431-1,0.788 1.233 0,1.631-4.805 3,-0.300-0.315 0,-0.528 0.686-2,0.088-0.409 0,0.236-0.386 1,-0.314 1.708 1,0.860-0.592 0,0.474-0.305-1,0.419-0.491 0,0.351-0.563 1,0.048 2.874-1,0.494-1.675-1,0.255-1.232 2,0.210 1.970 1,-0.047-1.285-1,-0.089 0.429 2,-0.149-13.437-1,0.004-0.445 0,0.000-1.669-4,0.000-0.581-1,0.000-0.019 2,0.000 0.810 0,0.000-3.148-1,0.000 4.065 2,0.000-0.373-1,0.000-1.459 0,0.000 0.125 0,0.000 0.334-1,0.000 0.447 2,0.000 0.498-1,0.000 0.496 1,0.000-3.166 0,0.000 2.787 2,0.000 0.419-1,0.000 0.530 0,0.000-5.135 0,0.000 1.782-2,0.000 1.771 2,0.000 0.987 0,0.000 0.061-1,0.000-0.604 1,0.000 0.360 0,0.000 0.438-1,0.000 0.589 0,0.000-0.048 0,0.000-0.627 0,0.000 0.029 1,0.000 0.420-1,0.000 0.049-1,0.000-0.349 0,0.000 0.153 1,0.000-0.356 1,0.000-0.372-1,0.000 0.335 0,0.000 0.581 0,0.000-0.013 0,0.000-1.023 0,0.000-1.191 1,-0.908 0.068-2,-1.711 2.582 0,-1.827 1.122 2,0.931-0.072 1,-1.485-0.952-2,-1.233 2.375 0,-1.317 2.985-1,-0.810 1.938 2,3.413 2.101-1,2.724 2.502 1,-2.558 2.978-2,0.836-0.294 0,0.798-3.176 0,-0.775 0.089 0,-1.140 3.242 1,1.478-0.212 1,1.017 1.316-2,1.548-3.827 0,0.267 0.086 0,-1.361 4.773 1,-1.077 0.845-2,1.124-5.123 2,-0.354 0.008 1,-0.387-0.087-1,-0.343 0.336 0,0.117-0.235-1,0.273-0.262 0,0.213 0.155 1,0.451-0.309 0,0.442-0.289 0,0.099 1.224 1,0.395 2.037 1,0.715-2.413-2,0.195-0.136 1,0.142-0.375 0,0.163 4.726-3,0.150-2.412 1,0.012-1.030 0,-0.020 0.779 3,-0.046 1.152 0,-0.062 0.462-2,-0.051-1.147 0,-0.029-1.749-1,-0.015 0.947 1,-0.005-1.865 1,0.001 1.095-1,0.010-0.036 2,0.000 0.178-2,0.000 0.029 0,0.000-0.820 0,0.000 0.535 0,1.824-0.943 0,4.473-5.951 2,-0.789-2.668-1,-4.795-3.792-1,-0.235-3.401-1,-0.263 1.115-1,0.906-2.429-1,0.235 3.827 2,0.650-1.469 1,0.414-1.332-1,0.222-1.179-1,0.342-1.294-1,0.419-1.332 0,0.460-1.317 0,0.475-1.252-1,0.471-0.621 1,0.448-0.124 1,0.148 0.250-1,-0.087 0.521 1,-0.255 0.706-1,-0.376 0.818 1,-0.449 0.874 1,-0.488 0.882-1,0.235-0.733 5,-0.050 1.090 3,-0.659 2.355-2,-0.245 0.682-1,-0.291 0.585 0,-0.318 0.492 0,0.230-1.956-2,-0.554 0.933 2,-0.502 0.910-2,-0.352 0.083 0,-0.443 1.109 0,-0.342 0.988-1,-0.198-3.699 2,-0.407 1.736 0,-0.137 0.155 0,-0.026-0.585 6,0.061 1.752-11,0.039 13.148 6,0.209 1.119-3,0.000 1.068-2,0.000 0.108 1,-0.320 2.758-1,-0.514-5.104 2,-0.608 0.282-1,-0.023-0.354 0,-0.093 0.817-1,-0.071-0.646 1,-0.410-0.070 0,-0.235-0.001-1,-0.091 0.051 2,-0.760 2.033-1,0.219-0.202 1,0.332-0.323 1,-0.627 3.532-1,0.876 0.189 0,0.780 0.562 1,1.020-5.684 0,0.136 0.180 0,0.073 2.910-2,0.175-0.206 1,0.122-0.434-1,0.075 1.433 1,0.046-2.345-1,0.019-0.225 1,0.004-0.311 0,0.053 3.394 3,-0.069-3.052-4,-0.017-0.201 1,-0.018-0.303 0,-0.013 0.176 1,-0.018-0.627-1,0.004 4.750 0,-0.036-3.450 1,-0.009 0.222 0,-0.008 0.641 0,-0.001 1.187 0,-0.001-0.554-3,0.004-2.938 3,0.000 3.422-1,0.004 0.036 1,0.000 0.614-2,0.000 0.931-1,0.000-4.834 2,0.000-0.127-1,0.000-0.194 1,0.000 4.911-1,0.000-1.787 2,0.000 0.436 0,0.000 0.880 0,0.000-1.431-2,0.000-1.187 7,0.000-0.935-12,0.000-13.304 11,0.271-0.064 0,2.774 0.599-6,-0.293-3.040-1,-0.099-4.023-3,-1.190 4.928 3,0.347-0.626 1,0.864-2.468-1,0.660-1.460 0,-0.178 0.909-1,0.065-0.327 1,-0.510 1.401 1,-0.112-0.336 0,0.493-2.284-2,0.203-0.461 1,0.867-2.084-1,0.440 0.250 5,-0.503 2.316-2,-0.091 0.503-1,-0.215 0.554 0,-0.297 0.570 0,-0.755 1.822 0,-0.275 0.020 2,1.036-6.902 3,-0.838 1.207 0,-0.738 1.590-3,-0.840 6.583-1,0.174 0.709 0,0.349-0.329-1,0.046 0.497 1,0.245 0.320 6,0.385 0.174-4,1.129-1.424 3,0.024 0.574-5,-0.206 0.632 0,2.135-3.936-2,-1.699 1.922 2,-1.517 0.493 0,-1.101-0.145 2,-0.772 0.888 0,-0.497-1.654-1,-0.142-0.390-1,0.173 2.465 1,0.008 0.130 0,0.198 12.734-3,-0.016 0.493 2,-0.002 1.607 2,0.000-0.750-2,0.000 0.012-1,0.000 0.050 0,0.000 1.513 0,0.000 1.516 0,0.000-5.069 0,0.000 1.262 0,0.000 0.286 0,0.000 4.173-1,0.000-3.598 1,0.000 0.147 1,0.000-0.996 0,0.000 0.041 0,0.000-1.034 0,0.000 0.049 0,0.000 1.163 0,0.000 0.066-1,0.000 2.788 2,0.000 0.129-1,0.000 0.049 0,-0.354-1.639-1,-0.587-0.158 1,-0.668 1.073-2,-0.235-0.579 1,-0.039-0.661 1,0.526-2.452 1,0.087-0.168 0,-0.648 4.222 0,0.871-3.265 0,0.170 0.123 1,0.077 1.170 0,0.198-0.221-3,0.170-0.343 1,0.141-0.403-1,0.112-0.416 1,0.085-0.399 0,0.065-0.361 0,0.085 5.257 1,0.079 0.501 1,-0.014-1.456-1,-0.023-0.728-1,-0.022 0.222 0,-0.037-2.262 0,-0.021 0.481 0,-0.024-0.666 1,-0.162 0.553 1,-2.008-1.155-1,-2.662 0.676-2,1.446-2.300 0,0.104 2.076 0,1.593-1.092 1,-3.283-1.627 2,-1.843-3.416 0,2.290 5.176-1,-0.694-3.371-2,-2.642-0.723 0,-1.617-0.904 0,0.783-0.807 0,0.498-0.404 0,1.386-0.164 0,-0.075-0.049 1,-0.878-0.023 1,-0.679-0.008-1,-0.327 0.004-1,-0.083 0.006 0,1.875 0.338 0,0.800 0.520-1,-2.253 1.655 0,-0.001 0.603 4,-2.156 0.451 3,0.114-0.948-6,1.064-1.090 0,-0.801-0.653 2,-1.093-0.458-1,0.589-0.322-1,1.256-0.151 0,1.565-0.026 1,1.847 0.035 1,-1.879 0.010 0,0.754 0.059 1,0.114 0.031-1,0.013 0.012 2,13.147 0.006 0,1.357-0.012-3,-1.203 0.000-2,-0.088-1.004 0,3.157-1.748-1,0.563-0.024 2,-2.780 1.122 0,0.664 0.140 0,0.581 0.179 0,1.571 0.057 0,-0.180 0.262 0,-0.464 0.242-1,-1.151 0.237 1,-0.555 0.157-1,-0.531 0.129 3,4.461 0.031 1,-5.431 0.187 0,5.646 0.073 0,-0.344 0.078-1,-1.873 0.011-1,-1.767-0.023 0,-0.569-2.569 0,-0.738-3.025 4,0.074 1.102-3,2.074 2.074-3,-1.056 0.774 2,-2.548-2.182 1,-4.495-2.952 1,-6.151 3.383-2,-1.581 2.976 1,-0.259 0.386-2,-2.564 0.004 0,-1.683-0.024-1,4.780-0.031 1,-0.796-0.001 0,-0.856-0.004-1,-2.017 0.000-1,-0.408-0.004 0,1.288-0.003 1,0.013-0.003 1,1.263-0.002 0,-0.278-0.001 1,-3.249-0.001-2,-0.018-0.001 3,3.125-0.001 0,0.127-0.001 0,-1.555 0.000-2,-0.234-0.001 0,-0.064 0.000 0,0.064 0.000 1,-1.301 0.000 2,0.356 0.000-2,1.779 0.000-1,0.334 0.000 0,0.320 0.000 1,0.297 0.000 1,0.268 0.000 0,0.238 0.000 0,1.336 0.000 0,0.105 0.001 0,-4.203-0.001 0,0.678 0.001 0,0.830 0.000-1,3.198 0.000 0,0.208 0.000 1,-1.695 0.000-1,0.414 0.000 0,0.430 0.000 1,-4.569 0.000 2,4.946 0.000-3,0.170 0.000-1,0.204 0.000 2,-4.813 0.000 0,-0.429 0.000-2,0.255 0.000 2,2.058 0.000-1,1.888 0.000 0,1.062 0.000 0,-1.708 0.000 5,14.397 0.000-1,2.238 0.000-3,1.273 0.000-4,-3.423 0.000 1,4.491 0.000-1,-4.706 0.000 1,0.781 0.000 1,0.596-0.271-1,0.439-0.462 1,0.574-0.321 1,0.657-0.200 0,-0.832 0.100-2,0.567-0.029 0,4.117-0.382 1,0.845 0.085 0,-1.540 0.283-1,-0.014 0.118 0,-0.193-0.144 1,-0.319-0.335 0,-0.401-0.193-1,-0.449-0.082 1,-0.199 0.005 0,-0.003 0.069 3,3.270-0.381 1,-0.849 0.275-1,-1.102 0.301-1,-3.656 0.560-1,-0.479 0.162-1,2.534-0.050 1,-1.036 0.265 1,-1.003 0.214 2,-1.372 0.175 1,-0.674 0.112-3,-0.550 0.083-1,3.707-1.044 2,-3.608-1.476 2,1.436-0.915-3,3.930 0.039 0,-5.614 2.142-2,4.518-0.363-1,-1.157 0.827 1,0.788 0.469 1,-0.772 0.324 1,-0.796 0.129-1,0.331 0.033 1,-0.015-0.016 0,-0.567-0.129-1,-2.187-0.577-1,-0.631-3.350 1,-5.765-2.556 2,-5.341 2.537 0,-0.642 3.960-1,-1.027 0.096-1,-2.590-0.041-2,2.359-0.025 0,-3.107-0.006 0,3.788-0.009 0,-0.409-0.001 1,0.685-0.002 1,-0.203-0.001 1,-0.176-0.001-2,-0.148 0.000 0,-0.125-0.001 0,-0.100 0.000 0,-0.349-0.001 1,-0.526 0.000 0,-3.560 0.000 0,-0.420 0.000 0,-0.135 0.000-1,3.218 0.000-1,0.156 0.000 1,-2.863 0.000-1,0.214 0.000 1,0.247 0.000-1,0.575 0.001 6,0.756 0.000-2,0.826 0.000-3,0.822 0.000 0,0.764 0.000 0,0.680 0.000 4,-0.204 0.000-1,-0.019 0.000 0,-0.219 0.000 1,-0.226 0.000-4,0.405 0.000 1,0.538 0.000-1,0.574 0.000 1,-3.183 0.000 1,-0.354 0.305 0,-0.084 1.775 1,1.725 1.262-1,-0.364-0.168-2,-1.525-0.386 1,-1.326-0.714 0,0.881-0.955-1,1.075-0.655 1,0.874-0.373 1,0.235-0.176 0,0.411-0.044 0,1.547 0.020 3,12.645-0.005-1,1.810 0.114-4,1.024 0.000-1,0.859 0.000-1,1.057-0.199 0,-5.114-0.349 1,3.333-0.644 0,1.197-0.272 5,-0.782 0.087-8,0.321-0.022 3,0.147 0.035 0,0.007 0.074 1,0.178 0.102-1,0.294 0.121 0,0.107 0.128 1,-0.046 0.128 2,-0.152-0.144 0,-0.228-0.344 0,-0.276-0.211-2,-0.305-0.102 0,1.002-0.609 1,-0.448-0.518 2,-2.861 0.550-2,-0.200-0.049 1,3.546-1.188 0,-0.731 0.254 0,-0.820 0.373-1,-2.708 0.941 1,-0.248 0.245 0,-0.415-0.026-1,4.600-2.212 1,0.055-0.320 2,-4.910 2.151 0,0.971-0.049-3,-0.099 0.325-1,-0.165 0.327 0,-0.203 0.308 1,-0.213 0.276 0,4.132-0.102 1,0.839 0.506-1,-4.429 0.361 1,-0.104 0.080-1,-0.267 0.050 0,5.104 0.129-1,-2.935-0.295 0,-1.832-2.194 2,-0.657-1.621 2,0.957-1.028-1,-0.109 2.267-3,1.918 1.733 6,-16.699 1.345-3,-2.039-0.402-5,0.757 0.748 0,0.467 0.446 0,-1.671 0.273 0,1.853-0.295 1,-0.786 0.024 1,-2.616 0.451-1,-0.879 0.402-1,-2.456 0.587 0,-0.052 0.086 0,3.666-0.518 2,-0.445 0.267 0,-5.194 1.078-2,-1.021 0.014 1,4.304-0.977 4,-0.269-0.137-2,-4.866 0.506-2,0.523-0.358 0,3.040-0.611 0,0.816-0.289 0,0.608-0.004 1,0.432 0.204 2,0.281 0.087 0,0.162-0.009 2,-4.049 0.843 4,0.771 0.262-7,0.944 0.298 0,1.321-0.018 0,1.481-0.228 0,1.499-0.353-1,3.576-0.924 1,0.541-0.241 0,0.399-0.237 2,0.280-0.228 3,0.180-0.211-1,0.100-0.192-1,0.307 0.101 0,-4.940 1.667-3,0.533 0.407 0,-2.495 0.392 1,5.464-1.672-1,0.279-0.277-1,0.438-0.277 1,0.508-0.256-1,-4.817 0.187 0,2.330-0.606 11,2.409-0.496-15,12.505-0.274 10,0.919 0.366 0,1.769-0.001-8,2.371-0.001 0,-4.551-0.002 2,1.108 0.000-1,0.173-0.271 0,1.377-0.462-1,1.239-0.321 0,1.086-0.200 2,0.666-0.107 0,0.325-0.029-1,0.062 0.027 0,-0.141 0.071-1,0.253-0.172 1,0.544-0.346 0,0.195-0.194 0,-0.069-0.072 4,1.925-0.270 0,-0.014 0.130-3,-4.050 0.664 0,-0.266 0.129 0,1.694-0.050-1,-0.022 0.194 5,4.026-0.088-3,-0.568 0.315 0,-0.771 0.274 4,-4.420 0.326-5,-0.555 0.114 0,-0.517 0.098 1,-0.475 0.082-1,-0.426 0.066 1,-0.371 0.054 0,-0.319 0.041 6,-0.266 0.031-2,0.862 0.034-3,-0.269 0.016-1,0.291 0.016 1,-0.510 0.002 0,-0.539-0.006-1,-0.940-0.014 0,-0.210-0.008 0,-0.657-0.019 1,0.460-0.006-1,2.687 0.002 1,0.072-0.012 1,-0.228-0.011-3,-1.003-0.009-1,-0.413-0.006 1,-0.430-0.006 0,-0.793-0.003 1,-0.119-0.003 0,1.615-0.003 1,-0.557-0.002 1,-0.640-0.001-1,-0.639 0.001 0,3.707-0.004-1,0.039 0.002 0,-0.187 0.003 3,-2.737 0.002-3,0.796 0.001-1,2.831 0.000 2,-0.894 0.000-1,-0.645 0.000-1,1.379-1.174 0,-0.831-2.186 2,-1.783-0.149-1,0.314 0.505 0,0.542 0.853 1,1.313 0.739-1,-0.488 0.765-1,-0.686 0.464 1,-0.586 0.225 1,-0.990 0.074-1,-1.043 0.000 1,1.519 0.002-1,-0.640-0.070 1,-0.805-0.418-1,0.399-1.583 1,-2.991-3.975-1,-3.781-0.478 1,-0.299-0.111-1,0.473 0.221 0,0.002-0.588 0,-0.006 0.092 0,-0.369-0.475 0,-2.190-0.237-1,-0.068 1.080 0,-2.009-4.144-1,1.692 4.875 1,-1.532-3.360 1,0.425-1.056-1,-0.262-0.195-1,-0.476 0.171 3,1.438 3.260-1,-0.214 0.069 0,-0.234 0.161 0,-2.665-2.327 0,-0.530 0.761-2,0.576-0.423 1,2.804 2.433 2,0.571-0.128 2,0.575-0.001-3,-1.349-2.372-1,0.833 3.174 1,-2.411-4.651 1,1.319 0.499 1,1.666 0.944-3,-1.451 0.722 2,-0.161 1.836 1,-0.570 0.351-2,-1.064 1.216-1,0.502 0.560 1,-0.098-2.017 1,2.828-0.501-2,1.762-0.505 2,0.836 0.655 1,0.441 12.894 1,1.766-0.475-2,2.080 0.022-3,-0.080 1.931-3,1.587 1.482 6,1.546-1.110-1,-1.752-2.425-2,1.183 0.778-1,-0.691-0.663 5,0.289 0.219-1,0.213 0.346-2,-2.645-2.013 1,0.041 0.266 0,0.075 0.192 0,0.240 0.333-1,-0.104-0.133 1,-0.154-0.226-1,-0.178-0.277 0,2.805 2.806 0,-0.404-2.031 1,0.621 1.117 0,0.978 1.655 4,-3.180-3.478-4,0.116-0.422-1,0.074-0.592 0,0.608 0.791 0,2.439 3.322 2,-1.608-1.766 2,-1.183-2.218-3,-0.170-0.532 0,0.945 1.962 2,-0.461-0.367 0,-1.404-0.199-3,-0.841 1.758-1,1.542-1.092 2,1.656 1.365 3,-0.333-2.097-4,-0.264-1.705 0,1.992-0.799 0,-1.287-1.684 1,-12.866-1.116 6,0.817-5.914-6,-1.996 0.811-3,-0.564-0.340 1,-1.766-1.683 2,1.790 1.598-5,-0.448-0.372 4,-0.082-0.151 5,2.113 1.575-4,-0.039-0.154-8,-0.071-0.196 6,-0.091-0.221 1,-1.067-0.757 0,-0.091 0.336 1,1.890 1.614 1,-0.070-0.005 0,-1.776-1.636-1,0.487-0.172-1,1.976 1.662 2,0.085 0.198-1,-0.575-0.634 0,0.410-0.015 0,0.225 0.171 1,0.080 0.305-1,-2.004-1.527 2,0.219 0.358-1,0.269 0.285 0,0.678 0.552 0,0.213 0.120-2,0.180 0.066 1,0.144 0.346-1,0.112 0.511 1,0.083 0.587 1,-1.812-1.639 0,-0.074-2.799 0,2.004-1.253 3,0.404 1.131-5,-0.178 2.354 1,0.955 0.581 0,0.581-1.986 5,2.556 14.053-2,3.488-0.706-4,1.403 0.434-3,-0.430-0.057 4,0.812-1.579-2,0.422-0.461 1,-0.556 0.566 2,0.691-0.659 0,0.442-1.007 2,-0.464-0.550-5,-12.126-3.328 5,0.105 0.044-2,-2.082-0.902-3,1.903-0.295 0,-1.893-0.661 0,-2.717-0.692-2,-3.236-0.693 1,-4.592-0.936-2,-5.438-1.087-1,-5.333-1.698-1,-5.065-2.098-1,-4.411-1.779-2,-3.757-1.474-1,-3.138-0.925 0,-2.561-0.479-1,-1.766-0.129 1,-1.105 0.137 2,-0.305 0.062 0,0.308 0.003 3,0.485 0.228 1,0.598 0.390 2,-7.119-1.586 2,0.021 0.196 2,7.738 1.913 4,0.551-0.017-1,1.127 0.446-1,1.514 0.772-3,0.396 0.451-2,-0.453 0.192 0,-0.531-0.006 5,-0.570-0.158 1,-0.038-0.533 6,0.362-0.797-10,1.999-0.151-4,3.155 0.335 0,-15.298-5.379 2,11.182 2.630 0,10.974 2.929 4,9.851 2.842-1,8.281 2.532 0,11.842 4.328-1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8:07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18282.000 10418.000 767,'-6.154'0.000'0,"-0.165"0.000"0,-0.524 0.000-5,0.671 0.000 5,-2.537 0.000-1,-0.438 0.000-2,1.073 0.000 2,1.166 0.000 1,-1.487 0.000 0,14.493 0.000 8,0.761 0.271-10,4.282 1.516-1,-3.971-0.532 1,1.096 0.105 0,1.062 0.030-1,0.730-0.027 1,0.454-0.071-1,2.154 0.055 1,0.576-0.154-1,-1.548-0.278 1,-0.071-0.128 1,-0.204-0.125 1,-0.292-0.117 0,4.807 0.036-1,-1.545-0.202 0,-1.739-0.156 3,-3.226-0.118 0,-0.555-0.058-1,-0.320-0.042 0,-0.416-0.030 1,-0.459-0.019-1,-0.465-0.010-1,0.166 0.088 1,-1.362 0.164 0,1.809 0.780 1,-7.349 5.546 4,-7.309-2.389-3,-0.799-0.800-2,0.962-1.288-2,-0.505-0.261-1,-1.281-0.068 0,-1.467-0.114-2,-1.550-0.142 2,-1.288-0.159-1,-1.043-0.166 0,-0.552-0.167 1,-0.167-0.157 0,-0.411-0.149-1,-0.581-0.135 1,-0.415-0.119-1,-0.278-0.104 2,0.107-0.089 0,0.391-0.076 3,0.317-0.060-3,0.251-0.048-1,0.194-0.038 1,0.145-0.028 1,-4.439-0.045 3,0.925-0.018-1,1.146-0.007-1,0.545-0.003-1,1.991 0.009 0,1.981 0.014 0,4.607 0.032 0,0.622 0.007 0,-1.959-0.005 6,1.200 0.013 0,1.093 0.011-2,0.946 0.008-1,-2.948 0.004-3,-1.558 0.012 2,2.222 0.008 0,2.061 0.000-1,-0.330 0.003-2,13.992-0.005 2,-0.069-0.005 1,2.155 0.000-1,1.289-0.199-2,-4.492-0.350 0,2.727-0.715-1,1.759-0.691-1,3.094-1.216-1,0.824-0.871-1,-1.360 0.176 3,0.413-0.107-1,0.358 0.064 0,0.302 0.189 1,-1.856 0.733-1,0.214 0.238 3,4.271-0.455 0,-0.405 0.479 0,-4.529 0.946 0,-0.433 0.254 0,1.316-0.199 0,-0.650-0.166 0,-0.654-0.058 0,-0.638 0.029 1,3.274-0.638 3,-1.579 0.306 0,-1.574 0.361-3,-2.561 0.531 1,-0.944 0.266-1,-0.789 0.244 0,-0.096 0.141 18,2.139-0.018-26,-18.030 1.168 14,-1.183-0.384-10,2.186-0.038 0,-0.803-0.006 0,-2.128-0.003 0,-1.999-0.005 0,-1.832-0.001-1,-1.912-0.002 1,-1.903-0.002-1,-1.828-0.002 0,-1.705 0.000-1,-1.281-0.001 1,-0.916-0.001 1,-0.613 0.001-1,-0.364-0.001 0,-0.162 0.000 1,-0.007 0.000 0,0.109 0.001 0,0.193 0.000 3,0.519 0.000 0,0.743 0.000 1,0.887 0.001-1,0.958 0.000 1,1.251 0.000 0,1.423 0.000 0,1.503 0.000 0,1.505 0.001 3,-0.473 0.000-1,1.804 0.000 0,4.743 0.000 0,0.807 0.000 3,-2.006 0.000 0,1.075 0.000-2,0.322 0.000 0,1.126 0.000-1,1.007 0.000-1,-0.694 0.000-2,1.371 0.000 1,1.162 0.000 0,-2.359 0.000 1,0.577 0.000 0,0.673 0.000 4,13.763 0.000-3,2.843-1.295-5,2.366-0.680-1,-2.325 0.358 0,1.487-0.498 1,1.540-0.297-1,1.521-0.135 0,1.725-0.280-1,1.817-0.377 0,1.815-0.167 1,1.753-0.004-1,1.640 0.120 0,1.501 0.206 1,9.511-0.881-3,2.035-0.219 1,-7.533 0.982 1,0.072 0.159 1,-4.119 0.597 1,-0.123 0.195 0,3.250-0.082-1,-1.244 0.299 0,1.963-0.254 1,-1.834-0.223 6,-7.716 0.594-1,-1.243 0.031-2,1.162-0.208 0,-1.635 0.148 6,5.290-0.647 0,-4.122 0.498-1,-3.735 0.482 3,-3.163 0.435-5,-3.387 0.434-1,-1.316 0.219-1,3.415 0.000 6,-2.605 0.417-2,0.813 0.290-5,-15.905 0.632 0,0.413 1.453 0,1.140 0.637-2,-5.137 2.966-2,2.852-1.296 1,-1.377 0.744 1,0.637-0.458-1,-0.409-0.018 0,-0.212-0.189-1,-0.059-0.312 1,0.056-0.119 0,0.145 0.027 0,-1.183 0.437 0,0.367-0.347 3,-1.087 0.111 0,0.943-0.697 1,1.014-0.706-2,3.947-1.376 1,0.235-0.262 0,-3.351 0.289 1,0.683-0.560-1,0.700-0.445 2,-0.428 0.546 0,2.524 0.471-3,-4.245 2.073 3,4.186-0.416-1,-0.821 2.386-3,1.055-1.155 2,-1.648 1.739-1,2.658-1.718 0,0.471 0.150-1,-2.083 4.613-1,2.489-0.077 1,1.129-2.294 1,0.119-1.179 1,-0.004 0.081 0,0.198-0.129-1,-1.304 5.022 0,1.366-1.216-1,1.113-1.398 1,0.664-0.907 0,0.346-0.136 1,0.164 1.277 0,0.057 1.322-1,1.318 1.368 0,1.523-2.320-2,1.852-1.860 2,2.812 0.848 0,0.178 0.292 0,1.337-0.091-2,-3.480-3.822 1,0.671 0.241 0,0.542 0.291 1,0.698 0.317 0,0.789 0.326-2,0.830 0.320 0,0.828 0.306 0,0.529 0.012 2,0.285-0.209-1,0.362-0.365-1,0.408-0.469 0,0.156-0.260 0,-0.038-0.093 1,-0.183 0.035 0,-0.280 0.127 3,-0.349-0.076-2,-0.382-0.226-1,2.648 0.902 2,-1.099-0.736 0,-1.188-0.785-1,-3.293-1.127 2,-0.427 0.052-1,1.687 0.815 1,-0.721-0.304-1,-0.680-0.413 2,-0.165-0.321-1,-0.620-0.526 0,-0.521-0.486-2,1.266 1.019 1,1.162 2.412 3,-1.386-0.678-3,-0.876-1.589 0,0.807-0.982 4,0.496-0.719-8,-14.122-1.518 6,0.130 2.711-3,-1.761 0.414-2,2.194-1.028 0,-5.585 0.683-1,2.718-1.075 0,-1.313-0.116 1,-2.955-0.009 0,-1.167-0.169-1,0.841-0.236 1,-1.029-0.117-1,-1.061-0.107 0,-1.049-0.096 1,-0.728-0.084 0,-0.465-0.073 0,-0.519-0.061 0,-0.543-0.050 0,-0.270-0.041 0,-0.055-0.031 0,0.377-0.295 1,0.686-0.480 1,0.623-0.332-1,0.555-0.208 0,-4.126-0.629 1,2.021-0.005 1,2.235 0.123 3,5.350 0.566-1,1.016 0.129-2,-1.764-0.133 0,1.582 0.243 3,1.404 0.225 2,1.200 0.201 0,0.984 0.171-4,0.779 0.141-2,-3.982 0.028 3,2.391 0.249 0,1.632 0.110-3,-0.400-0.777 1,3.138-5.604 2,3.706-1.248-1,2.595 0.060-3,3.813 1.201 0,2.652 1.473 1,-2.830 1.959-2,0.971-0.417 0,0.727-0.466 0,1.327-0.486 0,1.731-0.480-2,9.412-2.950 0,4.162-0.594 2,4.147-1.985-5,-7.639 2.536 3,0.838-0.386-1,-2.506 0.952 1,0.795-0.164 0,8.037-2.311 0,0.572 0.530 3,-4.107 1.747-1,-0.982 0.724 0,-1.059 0.490 0,-1.081 0.298 0,-1.327 0.431 1,-1.463 0.517 1,-3.838 0.904 0,-1.078 0.073 4,6.429-2.133 7,-3.082 0.724-8,-2.896 0.852 6,-5.552 1.753-6,-0.929 0.415-1,2.549-0.318 3,-1.890 0.813 0,-1.594 0.648 0,3.428 0.218-2,-3.190 0.926-3,0.795 0.543 7,-16.871 0.324-2,-3.832-0.899-9,2.688-0.006 0,-0.149-0.001 1,-1.209-0.001 0,-1.313 0.271-1,-1.345 0.462 1,0.801 0.344 0,-1.369 0.535 0,-8.136 1.557 0,-3.446 0.933 0,1.488-0.152-1,-1.243 0.127 0,-0.542 0.219 0,-0.003 0.279-1,0.405 0.045 0,0.694-0.134 0,0.614-0.261 0,0.532-0.348 4,0.994-0.400 2,1.301-0.424 2,1.486-0.428 1,1.570-0.414 0,1.577-0.390-3,1.525-0.357 0,1.429-0.319 0,1.310-0.281 6,1.169-0.240 0,1.023-0.202-2,-0.013 0.196 0,1.568 0.421-1,0.782 0.381-2,1.236 0.125 0,0.965 0.001 2,-4.151 1.415 0,2.840-0.773-3,-0.627-0.325 1,14.809-1.608-1,0.074-0.340 0,-0.844 0.077 0,0.188 0.015 0,2.060 0.000-3,-1.048-0.353 1,2.064-0.590 0,0.439-0.168-1,1.659-0.175-1,-0.421 0.121 0,1.251-0.018 0,5.595-0.362-1,0.596 0.095 0,-1.828 0.014 1,0.567-0.343 0,0.347-0.194 0,0.168-0.072 1,-2.702 0.306-1,-0.335 0.056 4,4.426-0.401-1,-0.514 0.211-1,-2.996 0.417 0,-0.797 0.188 2,-0.858-0.082 0,-0.872-0.286 4,0.747-0.434-5,-1.087-0.045 0,-0.278-0.098 4,-1.325 0.177 0,-1.251 0.233-2,0.324 0.002 1,-1.609 0.384-1,-1.392 0.354-1,-1.142 0.306 1,2.376 0.022 1,0.885 0.409 0,-1.479 0.332 0,-1.412 0.138-3,0.224 0.112 0,-14.876-0.012 1,0.023-0.242 0,1.912-0.008 0,-3.392-0.002-2,-1.139 0.002-1,3.175 0.003 2,-1.183 0.270-2,-0.833 0.464-1,-0.818 0.320 0,-0.769 0.201 1,-0.982 0.107-1,-1.102 0.028 0,-0.613-0.026 0,-0.222-0.071 4,-0.197 0.172-3,-0.167 0.345 1,-0.140 0.195-1,-0.116 0.072-1,0.180-0.020 1,0.390-0.090 5,0.540-0.138-3,0.624-0.169-1,-0.994-0.007 1,0.936-0.250 0,-0.765-0.101 2,1.520-0.305 1,1.487-0.266 0,4.399-0.353-1,0.365-0.082-1,-3.225-0.006 1,0.885-0.149 0,0.824-0.107 1,0.711-0.004 0,-2.941 0.274-3,3.253 1.041 1,6.717 5.260 2,5.282-1.288 0,1.148-4.477-2,2.492 1.412-1,-2.662-0.207-1,1.512 0.675-1,1.660 0.677-1,1.440 0.384 0,1.224 0.151 0,1.289-0.030 0,1.289-0.162-1,3.733 0.553 1,1.347 0.164-1,-4.742-1.166 2,-0.035-0.128 0,2.740 0.546 0,0.346 0.153 0,-0.127-0.027-1,-0.473-0.158 1,-0.716-0.251 1,-0.872-0.310 6,-0.685-0.346-5,-0.524-0.358-2,3.592 0.174 1,-1.730-0.585 8,-1.893-0.516-2,-1.107-0.398-4,-2.014-0.401-1,-1.773-0.308 2,-2.427-0.219 0,-0.901-0.125 2,5.675-0.249 4,-1.683-0.197-4,-2.547 0.066-4,-1.760 0.115 0,1.736 0.048 1,-1.586 2.132-1,-4.238 5.662 3,-7.558-0.718-2,-0.983-2.244-3,-2.137-0.866 0,-1.614-1.302 1,-0.474-0.974 0,4.180-0.955 0,-1.199-0.119 0,-1.431-0.102 0,-2.980-0.072 0,-1.327-0.095-2,2.787-0.082 1,-0.565-0.037 0,-4.705-0.036 0,-0.642-0.037-1,1.777-0.016 1,-0.226-0.013 0,-0.171-0.007 1,-0.120-0.003 0,-0.349-0.001 0,-0.507 0.004 0,2.260 0.012 1,0.131 0.004 0,-4.114-0.008 0,0.831 0.007 0,2.929 0.013-1,0.836 0.005 0,0.834 0.007 0,0.802 0.005 2,1.023-0.268 3,1.145-0.458-2,0.661-0.316 1,0.272-0.199 0,-2.267-0.603 3,0.765-0.002-5,0.831 0.118 1,-0.009 0.022-3,1.156 0.291 1,1.072 0.298 0,0.930 0.276 0,-3.938-0.175 3,1.835 0.639 0,1.854-0.212-1,0.556-3.372 0,6.208-2.994 0,3.247 1.732-2,2.461 0.255-1,1.032 0.932-1,4.187-1.556 1,-3.927 2.319 0,1.157-0.066-1,1.095 0.072 0,1.010 0.171 0,1.182-0.028 0,1.268-0.180-1,3.202-0.847 0,0.882-0.421 0,-3.817 1.101 2,0.627 0.055-1,3.314-0.389-1,0.913 0.275 0,2.995-0.071 1,-0.374 0.481 1,-5.727 0.863 0,-0.600-0.078 0,1.806-0.392 0,-0.517 0.101-1,1.368-0.156 0,-1.098 0.291 5,-4.699 0.811 3,-0.627 0.189-3,4.435-0.386-2,-1.695 0.424-1,-1.672 0.376 4,-0.933 0.288 0,-1.577 0.295-1,-1.327 0.226-2,-0.886 0.169 1,-1.073 0.124 1,3.700 0.198 1,-1.913 0.071-2,-0.833-0.044-1,-0.648-0.030 4,-12.928 2.151-3,-0.138 0.516-2,-3.805 1.758-4,1.832-0.652 1,-4.733 2.146-1,-3.624 1.542 0,-0.587-0.122-1,-2.747 0.623 0,-2.135 0.713-1,-1.596 0.754 0,2.010-1.018 1,-1.731 0.252-1,-10.638 3.593 0,-1.715 0.575 0,3.537-1.514 2,-0.913-0.060 2,-0.282-0.458-3,0.197-0.740 1,0.277-0.653 0,0.329-0.564 2,0.893-0.478 1,1.290-0.395 1,1.264-0.591 1,1.199-0.714 4,1.381-0.784-3,1.464-0.805-1,1.475-0.791 2,1.432-0.756 4,1.615-0.699-3,1.696-0.631-2,-0.548-0.388 3,2.159-0.616 0,5.558-0.631-2,1.012-0.243-1,-0.643-0.190 4,1.061-0.218 0,-2.552-0.297 0,1.913-0.205-1,1.692-0.104-3,1.447-0.142-1,2.076-0.089 0,-0.811-0.906 0,9.800-4.689 3,2.206 2.733-1,1.428-2.016 1,1.047-0.081-5,-1.865 1.283 0,1.576-0.938-1,1.729-0.779-1,2.322-1.175-1,2.683-1.427 0,2.313-1.023 0,1.955-0.684-1,2.156-0.678 1,2.231-0.646-1,5.406-2.110-1,1.285-0.008-2,-2.401 1.688 4,1.599-0.134 1,1.249-0.199-2,0.942-0.238 1,-4.288 2.030 2,-0.222 0.445 2,7.897-2.318-3,-1.501 1.383 0,-4.985 2.269 1,-0.597 0.685 1,-1.148 0.540 0,-1.523 0.410 8,-1.749 0.572 0,-1.851 0.669-2,0.885 0.075-4,-1.795 0.952-1,-6.007 1.775 3,-0.987 0.491 3,0.625-0.111 5,-1.622 0.098-7,-1.370 0.174-3,-1.132 0.223 1,1.958-0.506 10,-1.776 0.544-11,-1.468 0.522 4,-1.147 0.385 7,1.449-0.132-19,-14.373 1.888 12,-1.658-0.182-1,-4.732-0.103-8,3.224-0.019 2,-4.959 0.704-3,-4.050 1.175 0,-0.634 0.624 0,-2.847 0.841 0,1.111 0.095 0,-2.005 0.556-1,-11.018 2.274-1,-2.676 0.728-1,8.156-1.646 4,-0.762-0.059-1,-10.378 1.788-1,0.248 0.034 1,5.601-1.128 0,0.940-0.394 1,1.332-0.227 1,1.576-0.093 5,1.976-0.259 0,2.202-0.376-1,-6.010 1.076 4,5.050-1.007 1,4.806-0.991 1,10.083-1.816-4,1.264-0.308 6,-2.922 0.205 2,2.331-0.570-2,1.917-0.459 2,1.637-0.350 4,-1.022-0.355-23,17.233-1.512 16,4.400 1.198-8,-3.128 0.147-4,0.872 0.028 0,2.565 0.014 0,2.777 0.013 0,2.834 0.011-1,-0.521 0.011 1,2.449 0.007 0,10.910 0.003-2,2.623 0.007-1,-2.822 0.005 1,1.341 0.003-1,0.616-0.269 2,0.047-0.461-1,-0.379-0.320 1,-0.684-0.201 2,-1.427-0.106 1,-1.934-0.030 1,5.705-0.412 0,-4.694 0.148 5,-4.755 0.203-1,-8.887 0.489 0,-2.162 0.130 0,1.418-0.048 13,-3.041 0.206-4,-2.541 0.180 3,-1.592 0.137-8,-1.797 0.138-5,3.465-0.238 3,-4.701-1.559-1,-3.029-3.983-3,-3.118-1.215 0,-0.900 0.774-1,-4.525 1.497-1,-2.249 0.621 2,-1.427-0.020-3,-4.072-1.342-1,-1.964-0.358-1,-4.058-1.122-1,-8.294-3.196-2,-5.107-2.473-2,5.431 1.960 1,-3.036-1.287 1,-9.910-4.041-3,-4.879-2.006-1,-3.914-1.657 1,-3.048-1.333-1,-2.837-1.045 3,-2.574-0.792-1,-9.789-4.037-3,0.289-0.318-1,9.334 3.696 7,1.170 0.518 2,1.565 0.683 1,1.798 0.780-1,2.725 1.097 3,3.316 1.292 6,3.372 1.394 2,3.286 1.418-1,8.466 3.376 0,2.751 0.948-2,-5.246-2.519 2,4.129 1.436 16,0.245 0.032-10,4.817 2.339 5,4.181 2.250-3,4.132 2.049-9,3.834 1.784 1,3.391 1.493-2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8:23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18387.000 10514.000 767,'-6.141'0.000'0,"-0.239"0.000"0,-0.802 0.000-5,-2.510 0.000 5,2.841 0.000-2,-1.296 0.000 0,-0.944 0.000-1,-0.652 0.000 1,-0.946 0.000-1,-1.133 0.000 1,-0.963 0.000-1,-0.801 0.000 1,-0.379 0.000 0,-0.051 0.000 1,-0.343 0.000-1,-0.551 0.000-1,-2.319 0.000 1,0.325 0.000 1,4.605 0.000 2,0.424 0.000 0,-1.369 0.000-2,0.664 0.000 0,-3.819 0.000-1,1.847 0.000 6,1.882 0.000 0,2.388 0.000-1,1.364 0.000-2,1.157 0.000 1,-2.747 0.000 1,4.018 0.000 1,0.324 0.000-1,-5.496 0.146-1,4.527 0.836-2,11.375 5.137 2,3.635-2.598 0,-0.168-1.919 0,4.383-0.377-5,-4.274-0.752 1,1.145-0.085 0,1.074-0.078 0,0.983-0.070 0,0.878-0.060-1,0.769-0.053 0,0.659-0.044 1,0.555-0.034 0,0.183-0.028 0,-0.099-0.023 0,-0.037-0.016 1,0.011-0.011-1,0.048-0.008 1,0.071-0.004 1,3.714-0.016 1,-0.817 0.003 0,-1.525 0.005-1,-0.917 0.005 0,-0.880 0.007 0,-3.238 0.010 0,-0.565 0.005 3,-0.508 0.003-3,-0.445 0.005 1,3.274-0.001-1,-1.407 0.005 5,-1.443 0.005-1,-1.348 0.003-3,-1.355 0.002-1,4.570 0.003 1,-1.834 0.001 3,-1.182 0.000-1,-1.816-0.001 2,-16.103 1.295-1,-0.118 0.677-8,-0.164-0.418 0,-2.435 0.031 1,1.283-0.228 0,-2.336 0.296-1,-9.608 0.885-1,-5.009 0.118-1,4.585-0.688 1,-2.489-0.071-1,-12.700 0.446-2,-2.795-0.245-1,4.087-0.471 1,-0.560-0.215 0,-0.669-0.212 2,-0.729-0.202 1,0.067-0.458 0,0.656-0.633 2,1.347-0.469 2,1.815-0.332 4,2.098-0.215-3,2.236-0.123-1,2.256-0.045 0,2.191 0.010 4,2.063 0.054 2,1.894 0.084 6,1.698-0.167-2,1.489-0.348-1,-5.054-1.116 0,3.592-0.061-3,3.485 0.169-1,6.733 0.943-3,1.212 0.173 0,-2.307-0.352 5,2.230 0.411 0,1.873 0.376 2,1.499 0.322-5,-2.161-0.581-2,3.020-2.855 2,8.930-2.542 1,3.726 4.603-3,2.185-0.428-1,-3.438 1.045-1,0.636-0.307-1,0.509-0.437 0,0.671-0.243 0,0.761-0.092-1,1.346-0.244 1,1.737-0.350 0,1.690-0.417 2,1.601-0.452-2,1.200-0.192-1,0.860 0.012 0,0.846-0.108-1,0.802-0.194 0,0.473-0.253 1,0.207-0.285 0,0.000-0.029 0,-0.150 0.163 3,-0.262 0.301-1,-0.334 0.393 0,-0.377 0.447 0,-0.395 0.475 2,1.667 0.141 0,-1.178 0.591 1,-5.311 0.763-1,-0.736-0.066 0,1.345-0.321 1,-0.458 0.081-1,4.304-0.643 3,-1.736 0.387 2,-1.895 0.425-4,-4.939 0.802-2,-0.658 0.194 0,0.486 0.099 0,-0.531 0.210 2,0.057 0.159 2,-0.599 0.176 0,-0.550 0.141-2,-0.191 0.110-2,-0.762 0.091 1,3.916 0.147-1,-2.315 0.080 1,-1.175 0.092 3,-14.627-0.067 1,-2.680 0.116-6,1.078 0.580-2,0.903 0.173 0,-1.764 0.491 0,-7.620 1.494-2,-4.165 0.892-1,0.254-0.158 1,-2.186 0.117 0,1.926-0.406 1,-1.618 0.229-1,-11.247 1.753-3,-2.766 0.446-1,3.265-0.449 5,-1.210 0.294 1,-1.772 0.010-2,-2.128-0.203 1,-2.048-0.354-2,-1.914-0.456 0,-8.185 0.016 5,-1.037-0.706-2,13.662-1.423-1,0.757-0.380-1,-5.320-0.100 2,1.343-0.446 0,1.729-0.397 0,1.958-0.346 3,2.329-0.298-1,2.523-0.249 12,-1.156-0.195-3,3.954-0.203-5,10.037-0.105 0,2.102-0.066 2,-2.908-0.115 3,3.161-0.052 1,4.497 0.012 4,1.845-0.006-1,-1.246-0.074-2,2.518 0.025-4,2.074 0.036-2,1.807 0.040-1,-3.151-0.097-1,3.835 0.137 1,0.474-0.290-1,3.689-5.907 1,7.760 0.932-2,4.561 2.386-2,-2.214 1.296 0,1.919-0.293-1,1.906-0.415-1,1.826-0.223-1,1.702-0.069 0,2.357-0.221 0,2.765-0.331-1,2.158-0.126 1,1.626 0.029 0,1.439 0.144 0,1.248 0.227 0,0.518 0.008-1,-0.045-0.156-1,-0.196-0.000 1,-0.300 0.113 4,-0.637 0.197 0,-0.870 0.250-1,-1.008 0.011 1,-1.080-0.167 4,-1.360-0.025 0,-1.524 0.083-2,-1.320 0.159 1,-1.121 0.213 2,0.939-0.018 0,-1.635 0.338-1,-3.335 0.513 5,-1.135 0.246-5,-0.757 0.232-2,-0.442 0.210 1,2.740 0.057 4,-1.227 0.270-1,-1.311 0.212-5,-1.278 0.160-1,-1.177 0.115 1,-1.034 0.076 1,-0.874 0.049 0,-0.709 0.023 2,3.622 0.112 1,-0.259-0.029-2,0.452-0.032-1,-1.492-0.065-1,-1.604-0.052 1,-14.549-0.060 1,-2.857-0.013 1,-2.832 0.004-5,3.002 0.003-1,-0.493 0.000 0,-2.038 0.000-1,-8.960 0.354-1,-4.810 0.588-2,4.209-0.024 2,-2.496 0.141-1,-13.402 0.499-1,-4.688 0.031-2,2.998-0.238 1,-1.680-0.080-1,-0.839-0.104 3,-0.182-0.121 0,-0.223-0.128-1,-0.244-0.129 0,0.288-0.124 0,0.673-0.117 8,1.213-0.107 1,1.568-0.098 2,2.320-0.083-3,2.802-0.072-2,2.786-0.062 1,2.677-0.050 4,2.767-0.040-1,2.736-0.031 3,2.342-0.024-1,1.965-0.017 15,1.880-0.011-13,1.753-0.006 1,1.589-0.004 1,1.413 0.001-7,-1.746-0.018 1,2.136 0.008 2,1.859 0.009-1,1.485 0.009-1,1.618 0.008-2,-3.109-0.010 2,3.429 0.026-1,0.286-2.316 2,7.478-4.300-1,8.130 3.638-2,3.990 0.563-3,-3.363 0.835 0,2.787-0.099-2,2.709-0.283 0,2.553-0.411 0,3.156-0.491 0,3.492-0.535-2,7.891-1.202-2,3.701-0.644 0,-7.732 1.001 3,1.073-0.335 0,5.816-0.956-2,0.202 0.057 0,-0.048-0.029 1,-0.237-0.092 1,-0.637 0.134 0,-0.915 0.299 5,-1.631 0.409 1,-2.108 0.481 2,-2.117 0.513-1,-2.047 0.521-1,1.531 0.197 1,-1.765 0.616 2,-7.584 0.925 3,-1.209 0.286 6,8.066-0.116-6,-3.099 0.556-5,-2.852 0.415-1,-3.742 0.282 7,-2.301 0.177-5,-2.031 0.113-2,-3.590-0.010-1,-0.649 0.020 4,-0.452 0.008 2,7.077 0.252 2,-6.300-0.226-5,-0.420-0.032-3,4.859 0.096 0,-2.244-0.119-2,-1.851-0.089 3,-0.677-0.062 2,-13.249-0.077-2,-0.225 0.042 0,0.006 0.009 0,-1.449 0.275 0,2.088 0.462-3,-2.663 0.524 0,-1.548 0.238-1,0.027-0.110 1,-1.392 0.006-1,-0.157-0.032 0,-2.519 0.292 0,-9.075 0.880 0,-3.324 0.117-1,0.895-0.094-1,-2.529 0.358-1,-1.948 0.431-1,-1.437 0.475 0,-1.821 0.485 1,-2.037 0.481 0,-1.316 0.185 1,-0.730-0.039 0,0.007-0.208 3,0.557-0.327 1,0.678-0.131-4,0.743 0.018 1,1.040-0.140 0,1.219-0.256 6,1.853-0.330 0,2.258-0.376 4,2.213-0.396-3,2.095-0.396-1,1.934-0.383 0,1.743-0.359 2,-7.472 0.132 11,5.145-0.647-6,4.891-0.491-4,4.307-0.355-2,4.698-0.215 1,1.968-0.118 0,1.493-0.077 3,-2.150-0.258 10,17.528-0.522-11,-1.749 0.872-6,0.878 0.012-3,1.847 0.006 0,2.379 0.005-1,2.687 0.005-1,2.825 0.003 0,2.822 0.003 1,2.990 0.002-1,3.010 0.001 0,2.642 0.272-1,2.274 0.463-1,2.457 0.320 1,2.504 0.202-1,8.065 0.317 0,2.046 0.024-1,-11.473-0.434 5,-0.192-0.057 0,5.169 0.085-2,-1.125-0.119 0,-1.709 0.142 1,-2.082 0.335 2,2.043 0.474 0,-3.173 0.085 8,-10.097-0.551 1,-1.277-0.059-4,2.686 0.134 4,-0.654-0.147 2,2.079-0.000 3,-1.945-0.222-7,-6.857-0.241-2,-0.186 0.231-3,5.901 0.683-1,-0.084 0.096 0,-6.174-0.526 10,-0.272-0.051-10,5.957 0.699 0,0.483 0.401 0,-5.744-0.546 0,0.250 0.019 0,6.601 0.610 5,0.289-0.173-5,-0.267 0.114-2,-0.651 0.313 1,-6.529-0.677 2,-0.461-0.019 0,2.014 0.263-1,-1.049-0.164 0,-0.897-0.206 2,-0.747-0.231 2,-0.612-0.239 0,-0.488-0.237-1,-0.377-0.228 3,-0.282-0.212-2,1.485-0.116-2,-0.844-0.219 0,-2.658-0.218-1,-0.742-0.119 1,-2.031-0.113-1,-0.120-0.062 0,1.419-0.052 1,-0.292-0.054 2,-0.339-0.039 1,-0.366-0.030-3,0.975-0.033-2,-0.518-0.013 0,0.911-0.024 2,-0.995 0.008 0,-1.017 0.012 1,-0.967 0.017-1,-0.873 0.018-1,-0.752 0.018 1,-0.627 0.016 0,4.945-0.014 3,-3.175 0.043-2,-1.874 0.019-1,-0.142 0.006-1,5.191 0.009 1,-1.370 0.005-2,-1.150-0.002 0,-1.842 1.075 2,-1.414 4.387 2,-7.561 3.699-1,-2.378-4.914-3,-4.696-0.624 0,2.597-2.113-1,-1.294-0.207 1,-1.768-0.203 0,-2.059-0.191-1,-2.202-0.177-2,-2.228-0.158 1,-2.710-0.140-1,-2.974-0.119 0,-3.062-0.104-2,-3.017-0.083 1,-7.028-0.070-2,-1.942-0.066 0,8.013-0.027 2,-1.565-0.020-1,-12.286-0.041-1,-0.942-0.015 1,10.884 0.022 3,0.059-0.000 2,-10.326-0.023-3,1.364 0.007 1,6.636 0.019 0,1.523 0.008 3,5.908 0.017 1,1.018 0.005 2,-6.529-0.004 1,2.853 0.011 0,9.297 0.014 1,1.724 0.006 0,-3.443-0.001-1,2.815 0.008-1,4.457 0.004 0,1.765 0.004 7,1.539 0.002 1,1.317 0.002-4,-2.588 0.004-1,2.508 0.001-1,2.134 0.001-2,1.727-0.001-2,-2.226-0.533 1,3.519-3.565 1,6.459-2.597 1,0.185 0.477-2,2.018-0.839-3,1.846 2.937 1,2.957-0.491 0,-2.364 1.835-1,1.149-0.164-1,1.164-0.018-1,1.131 0.095 2,1.069 0.172-1,0.979-0.043 0,0.882-0.206-1,1.043-0.317 1,1.130-0.393 0,1.153-0.161 0,1.126 0.017-1,0.798-0.121 2,0.523-0.220-1,2.900-0.611-1,0.018 0.209 0,-5.263 1.336 1,-0.114 0.245 0,4.875-0.504 1,-0.354 0.505 1,-2.815 0.750 0,-0.337 0.365 1,-2.580 0.511 1,-0.147 0.230-1,4.442 0.008 0,-0.253 0.316-1,2.233 0.229 2,-1.156 0.271 0,-1.347 0.197-2,-3.311 0.110 0,-0.527 0.069 0,0.222 0.062 0,-1.142 0.027 1,-1.225 0.006 1,-2.951-0.042 0,-0.568-0.009 0,-0.452-0.283 0,-0.345-0.476 0,-0.254-0.335 0,-0.176-0.217 1,2.277-0.600 0,0.024-0.029-3,0.062 0.095 0,0.397 0.078 0,-0.521 0.245-1,-0.642 0.259 0,-1.643 0.334 0,-0.454 0.170 0,-0.393 0.152 3,0.495 0.102 0,-0.395 0.136-1,3.693 0.060 1,0.151 0.167-1,0.768 0.107 0,-1.942 0.019-2,-1.869-0.024 1,-15.194 0.026 3,-0.706-0.140-1,-1.304 0.002-3,1.331 0.001-1,-2.068 0.000 0,-2.235 0.000-1,-2.277 0.000-1,-2.497 0.000 0,-2.571 0.001-1,-5.895 0.000 0,-2.274 0.000-1,6.436 0.000 1,-0.590 0.000 1,-8.429 0.000-1,-0.159 0.000-1,8.240 0.000 3,0.513 0.000 0,-6.144 0.000 1,2.024 0.000 3,7.834 0.000 0,0.989 0.000 0,-4.487 0.000-1,1.433 0.000 5,6.202 0.000 1,0.927 0.000 1,-6.612 0.000-2,2.858 0.000-2,2.766 0.000-2,5.612 0.000 2,0.916 0.000 1,-1.368 0.000-1,1.258 0.000 0,1.061 0.000 3,0.666-0.158-2,-3.594-0.939-4,3.236-1.136 1,1.996-0.951 0,0.227-2.533-1,3.028-0.884 2,2.147-0.076 0,6.888 2.253 0,2.240 1.486-1,-1.206 1.123-4,2.153 0.045 0,0.321 0.309 1,1.634 0.118-2,2.402 0.137 1,2.891 0.146 0,3.422 0.148-2,3.695 0.143 0,2.957 0.134 1,2.296 0.124-2,6.522 0.073-2,1.294 0.123 0,-9.329 0.138 3,-0.068 0.049-1,4.713 0.037 0,-0.121 0.047 3,-0.469 0.036 1,-0.712 0.028 2,-1.409 0.020 0,-1.877 0.013 5,-2.164 0.009-3,-2.297 0.003-2,-2.045 0.002 0,-1.781-0.004 2,-1.519-0.002 1,-1.272-0.007 9,-1.038-0.004 2,-0.825-0.007-10,-0.637-0.006-1,-0.475-0.005-2,-0.605-0.007 1,-0.681-0.005-1,-0.714-0.003 0,-0.713-0.004-1,-0.685-0.004 0,-0.640-0.004 1,2.591-0.001 1,-0.776-0.003 1,-0.655-0.003 0,-0.159-0.001-1,-1.103 0.000-3,-1.094-0.001 0,-1.496 0.000 1,-0.758 0.001 1,-0.629 0.000 1,4.356-0.001 2,-2.337 0.002-1,-1.729 0.000-2,-12.728 0.002 2,-2.538 0.000-2,2.388 0.000 0,-1.644 0.000-3,-2.030 0.271-1,-2.239 0.463 0,-5.122 0.876-1,-3.361 0.828-1,3.769-0.344 2,-1.242 0.155-2,-5.316 0.726 0,-2.495 0.428 0,-7.040 1.097-2,-2.942 0.577 0,7.563-1.174 5,-1.553-0.028-1,-7.457 0.747-3,-2.397 0.180-1,-7.560 0.634 0,-0.522-0.292 1,12.227-1.540 4,0.356-0.294 0,-10.304 0.537-3,2.476-0.585 0,7.747-0.844 1,2.502-0.413 6,2.516-0.382 2,2.434-0.344 0,2.286-0.303 1,2.093-0.263 4,-0.561-0.188 3,2.775-0.231-2,6.803-0.174-5,1.344-0.082 0,-0.555-0.081-2,1.449-0.066 1,-1.695-0.115 5,2.164-0.039-2,1.873-0.008-4,3.266 0.075-1,0.558 0.011-1,-1.470-0.046 1,1.130 0.037 0,-3.449-0.083 2,3.006 0.128-4,-0.248 0.077-1,1.022 0.079 3,-1.051-1.270 0,3.937-4.629 0,8.797 0.098-1,2.412 4.408-1,0.411 0.750-2,3.993-0.720-1,-4.167 0.208 0,1.242-0.162 3,1.398-0.072-1,1.467-0.003-2,1.463 0.045 0,1.408 0.084-1,1.859 0.108 1,2.128 0.121 0,1.710 0.129-1,1.336 0.127 1,1.282 0.125 0,1.191 0.116-1,4.589 0.062-1,0.435 0.120 0,-3.741 0.122 2,-0.144 0.067 2,-0.501 0.056-1,-0.745 0.044 0,-0.907 0.037 1,-0.990 0.028 2,-1.291 0.020 0,-1.467 0.015 1,-1.546 0.009 0,-1.550 0.004 1,-1.497 0.003 0,-1.403-0.000 0,-1.283-0.004 1,-1.147-0.003 3,-1.001-0.005-2,-0.858-0.005-1,-0.721-0.005 0,-0.591-0.005-2,1.622 0.001 0,-1.249-0.008 0,-1.231-0.006-1,-1.137-0.006 0,3.507-0.002-1,-2.202-0.009 1,-0.865-0.004 11,-17.967-0.013-12,3.693 0.017-2,0.483 0.198 0,-1.895 0.350-1,-5.079 0.716-1,-4.081 0.691-1,-3.483 0.446-1,-2.911 0.249 1,-7.305 0.848-2,-3.340 0.523-1,2.479-0.362 0,-1.604-0.027 0,-1.047-0.151 1,-0.593-0.239 3,-0.503-0.296-1,-0.417-0.327 0,5.402-0.424 1,0.351 0.100 4,-9.802 0.798-1,0.894-0.122 2,6.649-0.545 0,2.167-0.218-2,2.478-0.243 2,2.612-0.253 4,2.352-0.249-3,2.075-0.240-2,2.057-0.225 0,1.976-0.203 14,1.839-0.181 2,1.673-0.157-10,-1.878-0.087-2,2.563-0.181 2,2.240-0.133-1,1.369-0.107-1,2.172-0.066-1,-2.594-0.191 0,2.258-0.095 1,13.971 0.110 3,3.568 0.303-6,0.676-0.003-4,1.648-0.003 1,-4.109-0.002 0,-1.353-0.001 0,0.700 0.000 1,2.228-0.270 0,0.971-0.465-1,0.624-0.319 0,0.340-0.201 0,0.385-0.107 1,0.407-0.028 0,0.679 0.026-1,0.855 0.071 0,0.420-0.172 1,0.074-0.345 2,-0.184-0.195-2,-0.373-0.072 0,-0.497-0.250-1,-0.575-0.375 0,-0.613-0.180 1,-0.617-0.034 1,-0.598 0.082 2,-0.565 0.164 0,0.774-0.098 1,-0.640 0.333-2,0.751 0.074 2,-1.025 0.469-1,-1.000 0.433 0,-2.680 0.309-2,-0.277-0.272 1,1.578-0.743 0,-0.457-0.040 1,-0.443 0.115-1,0.527-0.081 0,-0.719 0.369 0,-0.681 0.384-2,3.646-0.347 2,-2.426 0.959 0,0.983 0.533 0,-14.073 0.831 2,-1.341-0.539-2,-3.989 1.278-1,4.594-0.187-2,-1.142 0.173-3,-1.112 0.084 7,-1.046 0.014-5,-1.233 0.230 1,-1.327 0.385-1,-1.077 0.216 1,-0.854 0.082-1,-0.385-0.022 1,-0.019-0.099 0,0.256-0.151-1,0.449-0.187 1,0.580-0.206 0,0.656-0.213 1,0.690-0.210 0,0.689-0.201 2,-2.533 0.003 3,1.478-0.284-1,1.477-0.236 0,1.377-0.187 0,1.225-0.145-2,1.044-0.105 1,0.858-0.075-1,0.680-0.046 2,-4.633-0.150 10,3.728-0.013-16,15.022-0.132 7,2.220 0.367-6,-2.335 0.000-1,2.236-0.000 0,2.386-0.001 0,2.144 0.001-1,1.882 0.000-1,2.433 0.000 1,2.755-0.001-1,2.626 0.000 0,2.438-0.000 0,1.934-0.001 1,1.489 0.000-1,0.835 0.000-1,0.312 0.000 1,-0.089 0.000 0,-0.387-0.001 1,-0.866 0.000 0,-1.193 0.000 3,-1.394 0.000 0,-1.495 0.000 3,-1.244 0.000 0,-1.013 0.000 1,1.992-0.354 2,-1.506-0.588 2,-4.188-0.169-2,-1.044-0.174-2,-1.200-0.085-2,-1.269-0.012 0,-1.004-0.233 1,-0.772-0.384 1,-2.728 0.127-1,-0.604-0.074 1,3.495-0.662 2,0.126 0.113-3,-1.816 0.465-1,0.116 0.187 1,4.067-0.246-1,-1.052 0.376-3,-1.430 0.361 0,-4.269 0.252 2,-0.242-0.298 0,-0.288-0.170 0,-0.310-0.072 1,-0.317 0.006 2,-0.310 0.064-2,2.391-0.339 1,-0.878 0.245-1,-0.948 0.269 1,-0.939 0.269-1,-0.866 0.251-1,-0.768 0.223 1,-0.652 0.189-1,-0.532 0.155 2,5.573 0.035 2,-0.553 0.312-2,-4.846 0.035-2,4.546-1.084-1,-1.476-1.376 3,0.452-0.213-3,-2.871 1.123 1,-0.305 0.255-1,0.447 0.097 0,0.354 0.113 0,0.269 0.121 0,0.198 0.123-1,0.136 0.119 1,0.086 0.113 0,0.046 0.104 1,0.012 0.092 0,-0.010 0.082 0,-0.031 0.070 0,-0.040 0.060 0,-0.051-0.221 0,-0.052-0.425 0,-0.056-0.288 0,-0.054-0.178 0,2.350-0.571 1,-0.497 0.012-1,-0.628 0.123 0,-2.544 0.526 0,-0.179 0.121 0,2.639-0.227 0,-0.739 0.280 0,-0.818 0.254 2,-0.805 0.216 0,2.902 0.026-2,0.847 0.284 0,-1.411 0.210 3,-1.439 0.091-2,-1.155 0.017-2,1.795 0.022 1,-1.093-0.061 6,-13.272-0.071-4,-0.740 2.280-1,0.841 0.113-3,-1.046 0.082 0,-1.909 0.195-1,-2.722 0.593-1,-3.234 0.864 0,-3.770 0.769-2,-4.035 0.668 1,-3.546 0.570 0,-3.051 0.474-2,2.317-0.662 1,-1.755 0.264-1,-11.782 2.501-2,-0.671 0.248 0,5.484-1.311 2,0.716-0.418 3,1.267-0.574 0,1.626-0.670 1,-2.207-0.080 1,2.629-0.946 3,9.659-1.754 1,1.720-0.487 4,-1.108-0.161-1,2.232-0.554 3,-2.562-0.194 0,3.665-0.692-1,3.283-0.532 8,4.087-0.375-10,1.550-0.214 0,-0.198-0.239 0,1.789-0.137 1,1.438-0.060-1,-3.053-0.403-4,2.854 0.181 0,-0.764 0.071 0,14.453 0.447 7,0.141 0.130-10,3.083 0.000-1,-3.503 0.000 1,1.158 0.000 0,1.115 0.000 0,1.046 0.000 0,0.950 0.000 0,0.850 0.000-1,1.013 0.000 1,1.099 0.000-1,1.122 0.000 1,1.100 0.000 0,3.349 0.000 0,0.499 0.000-1,-4.799 0.198 1,0.390 0.350 0,3.024 0.444 0,0.152 0.229 0,-0.031 0.127 1,-0.166 0.045 1,-0.262-0.015-1,-0.324-0.062 1,-0.358-0.093-1,-0.368-0.114 2,-0.640-0.126-1,-0.811-0.129 2,1.091-0.044-1,-1.305-0.157 0,-2.720-0.190 0,-0.487-0.099 0,-0.277-0.086 2,-0.112-0.075 1,-0.253-0.063 0,-0.350-0.054-4,-0.412-0.041 1,-0.441-0.033-1,-1.868-0.021-1,-0.294-0.014 1,2.757-0.027 0,0.092-0.010 2,-1.252 0.003 0,0.307-0.001 0,-1.215 0.009-1,0.377 0.004-2,1.935-0.005-1,0.094 0.005 1,0.190 0.005 0,0.253 0.005 0,1.765 0.001 0,-0.282 0.008 0,-2.079 0.008 1,-0.425 0.003 1,1.002 0.002-2,-0.636 0.004 0,2.423 0.004 2,-3.270 0.003 2,-0.493 0.002-1,-1.634 0.001-1,-0.309 0.000 0,2.118 0.001 1,-0.752 0.001-2,-0.793 0.000 0,0.026 0.000 1,-1.080 0.000 0,-0.993-0.001-1,4.303 0.001 2,-2.230-0.001 0,-1.729-0.002-1,-13.088 0.000-2,-7.175 1.296 7,5.029-0.185-7,-2.051 0.174-2,-2.518 0.085-1,-2.777 0.012 1,-3.142-0.039-2,-3.302-0.078 0,0.909-0.257 1,-2.181-0.088-1,-12.163 0.144-3,-3.953-0.168 0,8.299-0.314 2,-1.375-0.086 0,-13.668 0.020-1,-2.340-0.126 0,5.441-0.132 0,0.010-0.072 0,0.749-0.060 4,1.269-0.050 3,1.615-0.039-3,1.816-0.031-1,2.442-0.023 0,2.822-0.018 9,2.733-0.012-1,2.568-0.007 3,2.623-0.003-1,2.568 0.001 0,2.438 0.001 1,2.250 0.003 9,-1.928-0.009-9,3.398 0.009 2,2.938 0.009 0,1.899 0.008-3,2.218 0.008-3,1.682 0.009 0,-2.536-0.001 3,3.071 0.014-3,-0.459-0.091-2,1.672-3.911 1,5.248-2.057-1,2.494 0.247-1,1.973 0.435 0,4.047 1.417-1,-2.708 2.765 0,1.526 0.184 0,-0.853 0.354 0,1.212 0.095-1,4.635-0.381-1,1.565-0.446 1,-2.653 0.207-1,0.963-0.080 1,5.930-0.473-2,1.496 0.046 0,-1.553 0.297 1,0.838 0.115 0,0.754-0.139 1,0.660-0.323 0,0.840-0.178-1,0.942-0.064 0,0.712 0.023 2,0.518 0.088 0,-0.188 0.134 0,-0.710 0.162-1,-0.534 0.180 0,-0.383 0.184 0,-0.255 0.182 1,-0.151 0.173 1,-0.340 0.160 1,-0.464 0.147 7,-0.546 0.127-8,-0.583 0.112 0,-0.595 0.096 0,-0.575 0.077-1,-0.817 0.065 3,-0.964 0.051 0,-1.042 0.038-1,-1.060 0.029 1,-1.038 0.020-1,-0.981 0.012 0,-0.907 0.007 1,-0.817 0.002 3,-0.718-0.001-2,-0.621-0.005 0,2.678 0.022 0,-1.308-0.015 0,-1.245-0.016-2,-2.076-0.020 0,-0.700-0.010 0,5.342 0.012 0,-1.148-0.029 2,-0.445-0.017-2,-2.515-0.011-1,0.331-0.005 1,-15.699-0.000 8,-1.719 0.012-12,-2.049 0.000 0,5.222 0.000 2,-0.438 0.000-1,-0.362 0.000 1,-1.372 0.000-1,-0.229 0.000-1,2.073 0.000 2,-0.075 0.000 1,-3.692 0.000 0,0.306 0.000 0,0.521 0.000 0,2.618 0.000 0,0.172 0.000 0,-1.877 0.000 0,0.448 0.000 0,0.492 0.000 0,0.652 0.000 2,0.716 0.000 0,-4.106 0.000-3,2.349 0.000 2,1.691-0.369 0,0.907-3.458 2,5.734-2.269-1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38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18945.000 10458.000 767,'0.000'6.171'0,"0.000"0.028"-4,0.000 0.486 3,0.000 3.430-1,0.000-3.750 0,0.000 0.579 1,0.000 0.613-1,0.000 0.621 1,0.217 0.384-1,0.371 0.196 0,0.906 3.131 0,0.633-0.109 1,0.541-0.315 0,0.406 0.029 0,-0.088-1.056 1,-0.277-1.152 0,-0.508-1.600-1,-0.359-0.886 0,-0.355-0.770 5,0.194 2.288 0,-0.405 2.803 1,-0.872-1.808-3,-0.441-1.980-2,-0.272 0.303 0,-0.060-1.044 1,-4.996-3.104 1,-0.504-7.462-1,5.093-3.995 0,-0.874 1.499-3,-0.786-0.924 0,-1.472-1.091 0,-1.617-1.050 1,-1.589-2.627-1,2.864 5.160 1,-0.056 0.222 0,-1.675-3.122 0,2.745 4.548 0,-3.574-4.437 0,0.735 0.967 4,0.095 0.439 1,0.554 3.041-5,-1.838 1.828 4,-0.130 3.140-1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40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18873.000 10554.000 767,'-6.154'0.000'0,"-1.671"-0.884"-4,-5.479-3.014 1,6.452 1.848 1,-1.749-0.649 0,-1.622-0.437-1,-1.478-0.259 0,-8.475-2.310-2,-1.287-0.432 0,7.020 2.078 2,-0.042 0.134-1,-7.167-1.493 0,0.625 0.641 0,7.595 1.911 2,0.657 0.326 1,0.695 0.323 1,0.705 0.312 3,-4.121-0.289 0,1.624 0.581-2,0.542 0.423 4,2.022 0.473 2,1.829 0.355-4,2.448 0.240-1,0.980 0.138 0,-4.166 0.281 2,1.755 0.150 1,1.667 0.014 0,11.549 3.426-2,2.312 0.350-6,2.555 2.639 1,-2.471-1.336 0,-0.921-1.491 0,0.277-0.534 1,-0.979-0.932 1,4.508 1.134 1,-1.650-1.644-2,-2.078 1.057 2,-2.635 1.635 3,-8.692-0.775-1,-5.621-3.356-4,1.061-0.563-2,-0.299-0.121 1,2.862-0.017 1,0.325 0.004 0,-0.448-0.000 1,-0.204 0.006 1,-0.472 0.891 0,0.284 0.328-2,-0.598 0.210 0,-1.693 0.226 0,-0.220 0.371 1,0.157 0.535-2,-0.058 0.157 0,0.757-0.259 2,0.138-0.210 1,0.158-0.279-2,1.219-0.181 2,0.825 0.094 0,0.946 0.185-2,-4.376 2.233-1,1.758-0.330 6,2.683 0.376 1,3.115 2.183-4,6.949 0.936-1,1.858-3.427 1,0.471-1.295-2,3.818 0.904 0,-2.635-1.285 0,1.946 0.240-1,-0.065-0.400 0,-1.682-0.645 1,-1.220-0.368 0,2.740 0.218 2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41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18501.000 10614.000 767,'-6.178'0.000'0,"-1.347"0.000"-4,0.505 0.000 2,-3.796 0.000-1,-3.842 0.000 0,4.533-0.159 0,-1.408-0.280 0,-1.438-0.365 1,-1.418-0.427-1,-12.945-1.655-2,-1.459-0.322-1,11.785 1.294 3,0.503 0.060 0,-7.458-1.071-2,0.894-0.279 2,8.253 0.909 1,0.513-0.222 1,0.625-0.107 0,0.694-0.014 14,0.726 0.057-14,0.739 0.114 1,-4.132-0.885 0,1.677 0.436 4,5.372 1.181-2,0.631 0.209 2,0.546 0.044-1,0.466-0.083-1,-2.571-0.893 1,1.210 0.115 0,1.177 0.223 0,1.083 0.281-3,-3.503-0.949 1,2.013 1.103 0,1.347 0.817 2,12.470 1.312-6,3.544-0.446 5,-3.151-0.001-1,0.551 0.000 1,0.972-0.000-4,0.462 0.442 1,0.099 0.693-1,1.633 0.565 3,-2.315-0.174-2,-0.530-0.039 0,-0.696-0.124 1,-0.756-0.175 0,4.773 0.628 1,-0.562 0.257-1,-3.523 1.094 3,-5.395 3.085 2,-5.572-1.573-4,-1.719-1.299-1,-4.475 0.386-2,2.338-0.953 0,-0.439-0.111 0,-0.590 0.385 0,3.243-1.012 1,-0.470 0.279 0,-4.324 2.243 1,-0.871 1.162-1,-2.923 2.070-1,-0.876 0.781-1,-0.316 0.308 0,0.062 0.424 0,1.801-0.913 2,0.272-0.131 0,-1.162 1.086-1,1.589-0.880 5,0.731-0.457-2,0.764-0.563-2,1.681-1.270 2,0.914-0.851 2,0.905-0.880-4,1.021-0.749 0,0.818-0.497 1,0.739-0.359 3,-4.960 2.428 4,0.337-1.362-4,1.929-1.680 0,1.778-1.221-3,-0.143-0.876 1,13.356-0.902 4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44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18345.000 10578.000 767,'-6.023'0.000'0,"-0.274"0.000"-4,-0.348 0.000 3,13.264 0.000 1,0.602 0.000 0,0.521 0.000-1,0.221 0.804 0,-0.828 1.042 0,1.439 0.356 0,3.772 0.203-1,-1.649-0.259 2,-1.791 0.007-1,-0.056 0.074-1,-0.350-0.092 1,-1.502-0.169-1,-0.252 0.288 2,0.703 0.509 0,-0.500-0.088 0,-0.521-0.230 0,-0.502-0.310 2,4.613 1.108-1,-3.166-0.791 0,2.514 1.744 2,-1.717-0.599-3,-1.823-1.095 0,0.009-0.582 2,-14.059-1.840 4,0.978-0.154-7,-3.796 0.024-3,4.478 0.035 2,-0.135 0.004 1,0.049 0.004-1,-3.051 0.001 1,-2.148 0.005 1,0.879 0.004 1,-0.291 0.001 0,-0.260 0.000-2,2.980-0.002 1,-2.730-0.000 0,1.643 0.000 1,-0.202-0.001 0,-1.234-0.001-2,-0.357 0.000 1,-1.401 0.000-1,6.000 0.000 1,0.243 0.000-1,-2.278 0.000 1,-0.270 0.000 0,-3.251-0.924 2,2.421-1.074-1,-0.546-0.469-2,3.812 0.979 0,0.227 0.158 1,-2.257-0.234 0,-0.305 0.411-1,-3.273 0.228 3,1.774 0.510-1,-0.041 0.250-2,-1.091 0.167 0,1.833 0.071 1,3.291-0.011 0,-4.976 0.058 1,3.433-0.045 0,-0.367-0.021-1,-1.939-0.016 0,1.728-0.023 1,1.055-0.011-2,-0.025-0.005 1,0.657-0.001 1,-0.911-0.001 0,-1.801-0.001-1,-0.108 0.002-1,0.219 0.000 0,0.315 0.002 1,2.060 0.000 0,-0.717 0.000 0,1.366 0.000 0,-5.651 0.000 1,1.479 0.000-2,1.650 0.000 0,2.291 0.000 1,-0.498 0.000 1,-0.908 0.000 0,1.431 0.000 0,-0.605 0.000-2,12.018 5.445 2,0.290-2.812-1,1.212 1.351 1,-0.465-0.434-1,2.642 1.737-1,0.654-0.545-1,0.612-0.324 0,0.078 0.216 1,-0.349-0.157 0,0.175-0.079 0,-0.332-0.372 0,-3.896-1.804 0,0.152-0.209 0,4.158 1.030 0,-0.330-0.129 0,-0.638-0.003 2,-3.057-0.978-1,-0.239-0.150 1,3.858 1.476-1,-2.396-0.456 0,-0.337-0.075 3,-0.413-0.223-1,-0.036-0.177-2,-0.507-0.399 0,4.335 0.712-1,-1.548-1.229 3,-0.688-0.793 0,0.068-0.489-2,-0.239-0.271 1,-1.036-0.069 0,1.195-0.044-2,-1.870 0.118 1,0.807 0.086 1,0.894 0.055 1,-0.581-0.237-2,-1.937-2.896-1,-0.650-1.274 2,2.665 1.361 0,-1.519 1.351-2,-0.570-1.999 1,0.068 0.175 0,1.326 0.513-1,-0.349 1.628 1,-0.250 1.005 0,-0.130 0.436 1,0.622-0.485-1,-4.672-5.264 1,-0.592-1.027-1,2.850 2.009 0,0.511 0.282-1,1.255 2.539 1,0.509 2.074 0,-0.088-0.200 0,0.264 0.001 0,-0.332 0.003-1,0.830-0.257 1,-0.992-2.735 0,1.728-1.051 0,-0.832 1.722 0,-0.767 0.751-1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46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18429.000 10638.000 767,'6.531'0.000'0,"-0.240"0.000"0,-0.033 0.000 0,3.101-2.710-7,-3.571-0.026 6,0.419 0.303 1,3.734-1.142-2,1.549-0.521-1,-1.640 0.234 0,2.910-1.333 1,-0.210 0.148 1,-2.622 0.742-2,-0.266 0.013 1,-0.361 0.211 3,0.640-0.435 0,-0.587-0.036-1,-1.229 0.699 2,1.891-0.651-1,-0.973 0.708-1,-1.096 0.749 1,-1.084 0.714 1,2.186-1.625-1,-2.666-0.306 2,-0.182-0.309 2,-0.840 0.943-5,-4.798-4.041 2,-7.251 0.533-4,-0.179 2.206 1,-1.740-1.088-2,-2.249-1.138 0,0.915 1.020 2,-1.276-0.286-2,1.955 1.343 1,-1.056-0.389 0,-7.481-3.452 0,-1.582-0.313-2,-2.929-2.372 0,4.347 2.033 1,-0.084-0.035 0,2.645 1.528 0,0.630 0.536 2,2.690 1.572 0,0.613 0.547 3,-4.679-1.785 0,0.958 0.701-4,2.729 1.215 4,1.139 0.412 5,1.156 0.335-2,0.020 0.004-5,1.118 0.659 0,0.931 0.583 2,1.231 0.696 0,1.130 0.627 2,-2.924-0.435 1,2.412 1.460-4,-1.815 1.058 9,14.524 1.334-9,4.119-1.440-4,-4.156-0.003 1,0.135 0.000 0,0.859 0.000 0,-1.389 0.161 1,0.524 0.278-1,3.171 0.798 0,0.810 0.688 1,-2.112-0.255 0,0.663 0.133 0,9.484 1.355-1,-0.473-0.066 0,0.571 0.343-1,2.947 1.299 0,-2.642 0.078 1,-1.099 0.444-1,-3.130-0.593 1,-1.230-0.228 1,1.901 0.530 3,-4.132-1.181 0,-0.995-0.028-1,0.133 0.219 5,-1.043-0.406-1,-1.854-0.781-3,-0.742-0.405-2,-0.660-0.401 1,0.245 0.072 1,-0.669-0.047-1,4.385 2.267 2,-1.670-0.633-2,-2.035-1.143-1,-0.512 1.513 1,-5.671 2.476 2,-5.478-0.536-1,-0.180-2.681-2,-4.064-0.428-2,3.091-1.686 1,0.036 0.611 0,0.054 0.260 1,0.060 0.019-1,-1.268-0.138-1,0.596-0.427 3,-0.119-0.198-1,0.088-0.210-1,0.243-0.215 0,0.119-0.180 1,0.112-0.161-1,0.108-0.139 0,-0.434-0.101 1,0.465-0.114 0,-4.779-0.074-1,1.351-0.177 3,1.375-0.055 1,1.514 0.014-1,-1.129 0.002-2,11.082 5.625 1,2.645-3.077 0,4.447 0.646 0,-0.754-0.497-3,-0.441-0.625 0,1.599-0.122 0,-3.150-0.692 0,0.246-0.096 0,5.945 0.842 1,0.432 0.404-2,-2.719-0.399 1,1.172 0.177 0,-0.549-0.163 3,0.873-0.066-2,-3.060-0.563 0,-0.536-0.202 4,0.477-0.111-2,-0.672-0.222 1,0.659-0.158 0,-1.196-0.207-2,-0.652-0.137 1,-0.676-0.104 0,1.478 0.542 1,-2.451 0.479-2,4.708 1.648 0,-2.040-0.146 2,-1.865-0.339 2,-12.574-0.131 1,-4.659-2.255-8,-2.306 0.021 0,3.575 0.028 0,-1.023 0.005 1,1.888 0.008 0,-0.749 0.003 0,-2.607 0.000 0,-1.078 0.002 0,-6.549 0.001-1,0.223 0.003 1,-0.233 0.004-1,2.219 0.003 1,0.500 0.002-1,-2.850 0.001 6,1.694 0.001 0,1.140 0.000-3,1.555 0.000-1,0.778 0.001 1,1.772 0.000 0,2.345-0.001 0,1.396 0.000 1,1.219 0.000 4,-3.143 0.001 2,1.020-0.002-3,0.650 0.000-2,2.526 0.000 1,14.482 0.000-1,2.175 0.000-1,-4.296 0.000-4,0.770 0.000 1,4.147 0.000 0,-0.176 0.000 0,-0.515 0.000 2,-0.496 0.000-1,-0.245 0.000-1,-0.519 0.000 1,-2.554 0.000 1,-0.242 0.000 0,2.129 0.000 0,-0.661 0.000 0,-0.694 0.000 0,-0.462 0.178 3,2.721 1.020-2,-3.149 2.676 2,-10.280 0.498 1,-5.270-2.765-3,3.263-1.165-2,-0.785-0.135-1,-3.404-0.030 0,-0.674-0.154-1,1.475-0.108 1,3.561-0.019 1,-0.212-0.010 3,-4.590-0.028-2,0.073-0.009-1,4.279 0.020 0,-0.160 0.000 0,-2.683-0.009 0,-0.466 0.003 1,2.038 0.011 0,-0.590 0.003 0,-1.932-0.001-1,-0.254 0.004 1,-5.886-0.003-2,-0.561 0.007-1,0.005 0.005 1,7.073 0.006 2,0.333 0.001 0,-5.824 0.000 0,3.454 0.003-1,0.268 0.001 0,1.804 0.000 2,0.401 0.001 4,1.660 0.000-4,0.290 0.000-1,-0.882-0.216 0,0.358-0.371-1,-0.700-0.417 1,0.446-0.193 3,-1.261-0.422-2,0.927 0.040 0,0.931 0.141-1,-0.857-0.068 1,-0.995 0.158 1,2.556 0.624-1,0.913 0.217 1,-2.828-0.020-1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48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17541.000 10530.000 767,'6.934'0.000'0,"-0.321"0.000"0,-0.004 0.000 0,-0.103 0.000 0,-0.025 0.000 0,0.003 0.000 0,1.102 0.000-9,4.736 0.000 4,4.149 0.000 4,4.445 0.000-1,8.912 0.000-5,2.902 0.000-2,0.333 0.000 1,-13.549 0.000 4,-0.294 0.000-1,12.528 0.000 1,-4.500 0.357 1,-1.806 0.580 3,0.327 0.517 5,-0.581 0.336 0,-3.085-0.044-1,-7.866-0.572-3,-1.792-0.124 7,-1.673-0.138-4,0.921 0.008-4,-2.261-0.243 3,-1.331-0.166 4,-1.148-0.141-3,4.412 0.036 0,-1.423-0.282-3,-1.512-0.156 1,-0.876-0.054-2,1.009-0.033 0,-0.860 0.025 0,-1.025 0.038 0,0.876 0.021 1,-0.884 0.019 0,1.264 0.012-2,-14.792 0.018 7,-3.378-0.014-9,0.685 0.000 0,0.424 0.000 1,-2.894 0.000 0,1.896 0.000 0,-0.709 0.000 2,2.293 0.000-2,0.004 0.000 1,1.291 0.000 0,0.087 0.000 0,-1.272 0.000 0,-0.190 0.000 0,1.197 0.000 0,0.010 0.000 2,-4.815 0.000 1,0.542 0.000-2,3.880 0.000-1,0.346 0.000 0,-3.006 0.000 2,3.145 0.000 0,-0.164 0.000-1,0.859 0.000 2,-0.307 0.000 0,-5.665 0.000-2,-0.624 0.000-2,5.178 0.000 1,-0.191 0.000 0,-3.473 0.000 0,-0.815 0.000-1,-4.882 0.000 0,1.513 0.000 3,0.436 0.000-3,-1.099 0.000 0,-0.770 0.000 0,1.007 0.000 2,7.714 0.000 1,0.142 0.000 1,-5.594 0.000 2,1.913 0.000-5,0.708 0.000 1,1.057 0.000 1,-2.509 0.000 0,0.560 0.000 1,2.710 0.000-2,-2.306 0.000 0,0.057 0.000 0,-0.857 0.000 0,-0.495 0.000 2,-0.226 0.000-4,-0.040 0.000 1,-0.800 0.000 1,1.510 0.000-1,0.456 0.000-1,1.630 0.000 5,0.122 0.000-3,-1.220 0.000-2,0.860 0.000 2,1.013 0.000 1,-0.973 0.000-1,4.424 0.000 0,0.066 0.000 1,-4.091 0.000 1,0.441 0.000-1,1.303 0.000 0,0.727 0.000-1,0.737 0.000 0,1.126 0.000 0,-4.627 0.000 1,0.160 0.000 2,2.146 0.000-1,1.487 0.000-1,0.292 0.000 5,0.511 0.000-8,12.290 0.000 4,0.204 3.865-2,1.632 0.418-2,-2.079-1.591 0,0.499-0.061 0,0.180-0.208 0,2.609 0.315 0,1.245 0.046-1,-0.434 0.291 4,0.838 0.624-1,-2.934-0.830 0,0.379 0.320-1,-1.029-0.363 0,0.084-0.003 0,1.259 0.367-1,-0.060-0.194 1,2.463 0.806 0,-0.691-0.116 0,-0.862-0.056 2,0.207-0.051 0,-2.283-1.011 0,-0.320-0.333-1,0.150-0.214 1,-0.472-0.387 2,-0.475-0.357 0,1.388 0.646-3,2.024 1.574 0,-1.057-0.213 3,-1.579-0.835-2,1.210-0.366-1,-1.846-1.389 0,0.548-0.735 1,1.421-0.195 0,-0.016 0.110-1,-0.497 0.078-1,-0.100 0.038 1,0.851 0.013 1,-1.566 0.001-2,1.614 0.000 0,-0.538-0.001 1,-1.547-0.001 0,-0.087-0.223 1,0.117-1.380-1,1.136-1.145 0,-1.882 0.896-1,3.837-0.439 1,1.598 0.470 0,-5.207 1.142-1,4.190-0.095 0,-1.766 0.445 0,0.879 0.241 1,-1.188 0.153 1,-1.968-0.435 0,-0.180-3.128 2,-2.215-1.251-1,2.078 2.513-1,0.402 1.279-2,0.677 0.757-1,-0.232 0.006 2,-0.364-4.823 1,0.756 0.943-1,-1.245 2.456 0,1.110-2.968-1,-0.878 0.111 2,0.876 1.593-2,1.353 1.781 1,-0.908 0.927 0,-1.171 0.311 0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50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17841.000 10578.000 767,'6.131'0.000'0,"0.023"0.000"-4,1.196 0.159 3,-0.817 1.464 0,3.233 1.339-1,-3.669-1.385 1,0.454 0.292 0,0.250 0.492-1,0.543 0.140 2,0.689-0.094 1,-1.154-0.533-2,-0.170-0.219 0,-0.317-0.240 1,-0.398-0.241 1,-0.060 0.005-2,-0.008 0.143 0,0.109 0.247 1,1.336 0.488 0,-0.316-0.095 0,-0.452-0.223 0,0.936 0.976 0,-1.797 0.046 0,2.589 1.890 4,-0.896 0.269-2,-0.054 0.376-3,0.574-1.036-1,-1.031-1.663 3,-0.959-1.203 0,1.078-0.536-1,-2.424 3.376 1,-6.516 1.490 2,-4.343-4.809-3,-0.602-0.623 0,-1.279-0.157-1,-0.064-0.104-2,-1.024-0.055 2,-1.895-0.023 1,-0.548 0.000-1,4.730 0.023 0,-3.387-0.001 0,-1.144 0.008 3,4.986 0.012-1,0.104 0.002-2,0.242 0.001 1,-2.293 0.001-1,1.631 0.001 1,-0.034 0.001 0,0.665 0.000 1,0.039-0.000 0,-0.571 0.000-1,0.086 0.000-1,0.245 0.000 1,-0.612 0.000 1,0.367-0.001-1,0.544 0.000 0,-3.476 0.000 0,2.304 0.000-1,0.583 0.000 1,-1.913 0.000 2,1.548 0.000-2,-0.976 0.000 1,-0.690 0.000 0,1.144 0.000-2,0.954 0.000 1,-0.103 0.000 0,-0.882 0.000 1,1.354 0.000-1,-1.799 0.000 1,0.948 0.000-1,-1.851 0.000-1,2.509 0.000 1,-1.868 0.000 0,-1.384 0.000-1,1.490 0.000 0,-1.289 0.000 0,2.650 0.000 1,-0.299 0.000-1,-2.171 0.000 1,-0.596 0.000-1,-0.286 0.000 0,0.645 0.000 0,-2.429 0.000 0,5.630 0.000 0,-0.152 0.000 1,-2.343-0.283 1,-0.007-0.471-1,-0.470-0.414-1,0.472-0.178-1,0.590-0.046 2,-0.925-0.256 0,1.026 0.180 0,0.980 0.234 0,-0.337 0.080 2,0.131 0.298 0,-0.357 0.264 1,1.549 0.314-1,0.134 0.102-2,-4.968 0.045-2,2.140 0.162 1,-0.404 0.078 1,0.082 0.031 1,2.010-0.034 0,-0.608-0.546-1,2.053-2.147 0,0.078-2.340 2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19:59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19065.000 10482.000 767,'0.000'6.020'0,"0.000"0.126"-4,0.000 1.239 3,0.000-0.425 0,-0.244 3.467 0,-0.375-4.357 0,-1.895 5.351-2,-0.826-1.238 1,0.653-1.807 2,1.081-2.211 2,0.470 0.882 0,0.928 0.187 0,0.496-0.501-2,-0.210 0.443 1,-0.086 0.477-1,0.006 0.578 0,0.002 0.075-1,0.000-0.026 0,0.000-2.054 1,0.000 2.187 1,0.000-2.026-2,-0.668 0.015 1,-5.750-5.559 2,1.904-5.899 0,4.210-1.655-2,-0.439-0.570-2,-1.118-4.118-1,0.306 3.616 2,-0.491-0.486-2,0.061 0.635 2,-0.073-0.456 0,0.019-0.265 0,0.087-0.114-1,0.136 0.004 1,0.168 0.092 0,0.370 1.151 1,0.141-0.163-1,-0.292-4.194 0,0.316 0.425 3,0.280 0.743-1,0.203-0.077-2,0.239 1.370 1,0.182 1.348-1,0.129 1.227 2,0.139-3.500 3,0.122 1.834 0,0.011 1.194 0,-0.858-1.283-4,-3.299 3.766 1,-0.080-0.645 0,1.683-2.220-1,-0.891 0.491-1,-0.835 0.018 2,-0.947-1.904-1,0.425 1.820-1,0.936 0.776 0,1.110 0.709 3,1.105 12.183 2,1.455 1.578-6,0.004-1.785 0,0.000 2.469-1,0.000 1.201 2,0.000-1.630 0,0.000 0.576 0,0.000-2.005 0,0.000-0.243 2,0.000-0.463 0,0.000 4.562-2,0.000-2.854 1,0.000-0.229 0,0.000-1.497 2,0.000-0.243-1,0.000 0.868 2,0.000 0.752-3,0.000-1.734 0,0.000 0.051 1,0.000-12.152 3,0.000-1.014-5,0.000-1.647-2,0.000-0.049 1,0.000 1.571 0,0.000-0.163 0,0.000 0.143 1,0.000-2.685 0,0.000 2.714 1,0.000 0.471-1,0.000 0.599 2,0.000-3.872 1,0.000 1.834-3,0.000 0.495 2,0.000 1.579 0,0.000-0.773 0,0.000 0.713 0,0.000-0.730 0,0.000 13.203-2,0.000 0.114 2,0.000 0.730 0,0.000 5.297-3,0.000-4.287 0,0.000 0.250 0,0.283-0.330 0,0.471 0.408 0,0.139-2.024 1,0.392 0.064-1,0.586 1.139 1,0.211-0.024 1,1.061 2.974 0,-0.124-0.683 1,-0.300-0.872-1,-0.526-1.417 0,-0.367-0.772 1,-0.361-0.697-1,0.502 4.008 2,-0.994-2.559 2,-0.628 0.624-2,-0.558-0.576-1,-0.083-0.128 0,0.083-0.435 3,0.092-0.927-8,0.144-12.284 8,-1.927-1.293-2,-1.315 1.937-4,0.151-1.877-1,0.902-0.305 1,0.986 0.837 2,0.563-0.241 0,0.376-0.306 1,0.232-0.921-1,0.108 0.551-1,0.017 1.141 1,0.011-1.153 1,-0.059 0.110 0,-0.060 1.047-1,-0.016-0.896 0,0.004-1.033 1,-0.459 2.514-1,-2.017-0.550-1,-1.671 2.155 2,0.839-1.173 1,1.718 11.348 0,1.594 1.285-4,0.000-0.812 0,-0.217 0.701 1,-1.609 2.929 0,0.365-3.431 0,-0.055 0.135 0,0.063-0.079-1,0.133-0.212 1,0.174-0.290 0,-0.255 2.768 0,0.639-2.068 2,0.221-0.432 1,-0.035 4.600 0,0.420-3.124-3,0.222 0.504 2,0.124-0.741 1,-0.087-1.139-1,-1.202 0.111-1,-4.913-4.733 2,0.928-5.168-1,5.299-2.874-1,-0.436 0.203 0,-3.472-0.548-1,0.597-1.645 0,0.797-2.277-1,0.799-0.006 0,0.651 0.997 1,0.325-1.273 0,0.290-0.584 0,0.216 1.976 1,0.100 1.880 0,0.028 0.821-1,-0.013 0.099 4,-0.022-0.330 0,-0.029 0.441-3,-0.016-1.390 0,-2.321 1.454-1,-2.772 2.805 4,0.604-1.021-3,4.108-1.496-1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01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18933.000 10434.000 767,'-6.512'0.000'0,"0.198"0.000"0,0.119 0.000 0,-0.233 0.000-7,-1.623-0.804 6,-1.625-0.557-1,0.922-0.067 1,-0.498-0.361-1,-0.107-0.362 1,2.384 0.450-1,0.063-0.025 1,-1.269-0.251-1,-0.226 0.100 1,-1.307-0.084-1,0.098 0.224 1,-0.407 0.140 5,0.603 0.282-4,0.715 0.268-1,-2.500-0.063 1,3.267 0.569 0,0.513 0.187 2,0.505 0.147-1,0.470 0.112 2,0.419 0.079-2,-0.322 0.074-2,-3.763 0.156 0,3.064 0.007 1,0.370 0.095 3,9.530 6.335 0,1.757-2.382-3,-0.206-0.016 0,0.860 0.989 1,1.597-3.037-2,4.581 2.201 0,-4.523-1.434 1,3.530 1.399-3,1.144 0.111 1,3.154 1.146-2,-0.668-0.206 1,0.420 0.276-1,0.426 0.303 4,-0.518-0.067-1,-0.753-0.169 1,-1.940-0.605-1,-1.092-0.199-1,-1.115-0.189 2,0.353 0.431 1,-1.585-0.782 0,-1.415-0.846 2,-1.192-0.816 0,3.012 1.539 4,-2.173-0.351-4,0.787 0.099 0,-1.345 0.771-2,-9.491 1.752 1,-4.404-4.495-2,-7.565 0.994-3,-1.894-0.725-1,-3.479-0.155-1,3.874-0.750 1,-8.565 0.085-2,0.775-0.387 1,-0.799-0.225 0,-0.085-0.206 5,0.400-0.184-2,6.047-0.208-1,0.363-0.082-1,2.920-0.084 3,0.121-0.042 0,-11.779-0.034 4,3.060-0.422-1,0.950-0.618 1,8.462 0.163-3,0.549-0.104 0,-5.818-0.584 0,1.862 0.002-1,3.362 0.237 2,-0.175-0.019 1,1.722 0.171 2,-0.345 0.025 1,2.603 0.258 2,2.319 0.231-5,1.941 0.190-1,-3.047 0.029 3,2.604 0.277 7,13.886 0.489-9,-0.224-0.399-3,1.892 0.001-1,0.659 0.000 1,-1.040 0.001-1,-1.539 0.001 0,0.499 0.000 2,1.236 0.357-1,0.173 0.580 0,2.210 0.517 0,-1.692 0.093-26,0.129 0.483 27,-0.031 0.248 25,-0.145 0.070-25,3.094 0.491-1,-4.535-1.233 0,0.035-0.118 0,2.350 0.542 2,-0.160 0.220-1,-1.356-0.242 0,-0.221-0.043-1,1.770 0.728 1,-1.125 0.132 0,-1.280 0.164 0,3.223 1.849 1,-3.245-1.724 2,-1.001-0.922 1,4.248 0.763-2,-2.607-1.516-2,-0.217-0.916-1,-15.026-1.216 1,0.198 0.665 3,-3.066-1.276-3,3.429-0.151-7,-0.518-0.156 9,-0.214 0.019-3,0.213 0.131 2,0.474 0.189-2,0.603 0.216 1,-4.358-1.309-1,3.720-0.777 2,1.158 0.080 2,-0.158 0.392-1,-0.334 0.811-2,0.410 0.799 1,-1.113 0.546-1,1.157 0.640-1,13.393 0.172 2,-0.563 0.327 0,-0.513 2.835 0,5.913 4.098-9,-4.589-2.469 12,0.654 0.216-7,-2.628-1.683 1,0.113 0.127 1,2.380 1.535-1,0.503 0.237-1,-2.031-1.431 2,0.086-0.150 2,2.324 1.205-1,-0.082-0.039 0,0.404 0.333-1,-0.530-0.144-1,-0.632-0.171 3,0.961 0.255 0,-0.423-0.738-1,-0.474-0.812 1,-1.034-0.718 1,-0.692-0.352 1,-0.687-0.217-2,3.726 2.306-1,-3.125 0.404 1,-2.290-0.570 0,1.544 0.782 3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02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18753.000 10686.000 767,'6.113'0.000'0,"0.391"0.000"0,-0.068 0.000 0,1.845 0.000-7,4.199 0.000 8,-0.505 0.000-5,0.453-0.357 1,0.732-0.580 0,2.871-0.517 0,0.606-0.158 0,0.045 0.018 0,-6.946 0.684 1,-0.312 0.060 2,5.201-0.372 1,-1.473 0.215-2,-1.617 0.210 0,-1.002 0.194 3,-0.972 0.170 2,-0.887 0.139-3,-1.840 0.122 3,-0.629 0.067 0,4.986 0.041-4,-1.415 0.120 1,-0.784 0.056 0,-1.807-0.007-1,-0.198-0.002 4,-13.946-0.054-3,0.103-0.051 0,-0.111-0.000 0,-2.861-0.598-4,1.098-0.355 1,-1.624-0.218-1,-0.950-0.382 1,-0.427-0.483-1,-4.312-0.894 0,-0.584-0.031 0,-0.033 0.198-1,-0.563 0.331 4,2.102 0.560 1,0.799 0.325-2,5.076 0.655 0,0.164 0.134 0,-2.654-0.034 3,0.534 0.194-1,-0.883 0.127 1,1.169 0.182-1,1.220 0.139-1,0.733 0.106 1,1.350 0.078 0,1.203 0.048 1,-3.340 0.134 1,3.148-0.010 1,0.130 0.008-2,0.685-2.715 0,0.199-2.229 2,7.144-1.624-4,3.077 2.475 0,1.408 1.603-1,3.039 0.346-1,1.381 0.592 0,2.104 0.520-1,-6.069 0.598 3,0.156 0.081 0,4.973 0.031-1,0.123 0.125 1,-5.681 0.022 0,0.804 0.021 0,-0.631 0.004 0,4.100 0.047 0,-3.016-0.035 4,-14.808-0.010-1,1.200-0.067-1,-0.067 0.002-2,-1.901 0.000-2,-1.490-0.441-1,-1.122-0.693 1,4.058 0.324 0,-0.364-0.078 1,-4.516-0.534-1,-0.646 0.025 0,-2.769-0.914-1,2.876 0.260 2,0.190-0.047 1,3.086 0.561-1,-0.020 0.071 0,-4.344-0.526 0,0.532 0.263 1,-0.918 0.152 1,2.603 0.463-1,0.928 0.237 0,0.979 0.210 1,-0.665 0.122 1,1.387 0.216 1,1.229 0.160-3,-2.772 0.106 3,2.852 0.170 0,-0.228-0.088-1,2.960-5.511 1,9.607 0.528-1,2.181 3.846-1,0.671 0.858-3,2.199 0.219 0,-2.572 0.068 1,0.801 0.025 0,-2.312-0.010 0,0.255 0.001 1,2.256 0.011-1,-0.314-0.005 1,-0.559-0.008-1,2.817 0.007 0,-1.073-0.016 1,0.067-0.013 2,-0.016-0.010-1,0.689-0.008-1,-2.289-0.004 0,0.323-0.002 1,-15.117 0.002 7,0.622 0.004-10,-0.427 0.000 0,-0.475 0.000 2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03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18693.000 10590.000 767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03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18693.000 10590.000 767,'-6.031'0.000'0,"-1.155"0.000"-4,1.083 0.000 3,-0.222 0.000-1,-1.135 0.000 1,-2.150 0.000-1,-0.769 0.000 0,1.752 0.000 0,-0.679 0.000 1,-0.501 0.000 1,0.270 0.000 0,0.533 0.000-1,1.227 0.000 0,0.609 0.000 0,0.595 0.000 0,0.224 0.000 2,0.341 0.000 0,-5.328 0.000 3,0.727 0.000-1,1.663 0.000-3,2.317 0.000 0,0.587 0.000 0,12.174 0.000 2,0.790 0.000 0,3.369 0.000-1,-1.172 0.000-3,2.045 0.000-1,-3.812 0.000 2,0.793 0.000-1,0.882 0.000-1,0.932 0.000 0,4.711 0.000 1,0.867 0.000-1,4.586 0.000 1,-0.147 0.000-1,-0.683 0.000 0,-0.972 0.000 1,-1.532 0.000 1,-1.774 0.000 2,-3.870 0.000 2,0.556 0.000 3,-1.357 0.000-4,-1.309 0.000-1,-0.265 0.000 3,-1.358 0.000-2,-1.123 0.000-2,2.334 0.000 3,-0.740 0.000 0,-0.987 0.000-1,0.973 0.000-2,-1.798-1.372 0,-4.571-4.657 2,-7.200 0.679 0,-1.999-0.297-3,2.400 1.460-1,-1.175-0.805 0,-1.159-0.591 0,-2.180-1.593 1,4.614 3.452 0,-0.170 0.065 0,-3.377-1.857-1,-0.664-0.049-1,-0.907-1.131 3,0.915 0.589 1,0.240 0.487-2,0.234 0.685 0,1.811 0.988-1,0.717 0.104 4,-0.628-0.561-1,0.847 0.581-1,0.702 0.653 2,-1.626-1.363 3,1.694-0.222-5,0.503 0.533 3,-1.090 0.212-1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07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18669.000 10470.000 767,'6.018'0.000'0,"0.011"0.000"-4,1.227 0.000 3,-1.071 0.000 0,1.690 0.000 0,0.846 0.000 0,-1.008 0.000 0,-0.617 0.000 0,-0.805-0.462 1,-0.018-2.016 2,-7.841-3.749 1,-5.487 3.762-2,0.414 0.063-2,-1.599-0.753-2,-2.529-0.829 0,2.460 1.386 1,-1.134 0.173 0,0.251 0.267 0,-1.011-0.166 0,-7.818-1.959 2,-1.761-0.743-4,-0.554-0.549 1,8.229 2.252 1,0.076 0.105 0,0.218 0.168 0,0.327 0.212 1,0.242 0.241-1,0.170 0.259 1,-6.641-0.824 1,1.340 0.703 3,2.060-0.253 1,3.819 0.567-3,0.608 0.118-1,-2.277-0.419 8,1.683 0.423-4,1.681 0.436-5,1.534 0.404 0,-2.911-0.146 2,2.752 0.784 2,16.071 1.076 6,3.439-0.504-10,0.154-0.019-3,0.217-0.006 1,2.022-0.002 0,4.878-0.002-1,-2.876 0.001 1,0.495-0.002 0,5.313 0.000-1,-4.787 0.000 1,-0.775 0.001 2,1.109 0.000 0,-1.012 0.000 0,-2.072 0.000 2,1.141 0.358 1,-1.067 0.580 1,-5.496-0.164-2,-0.521 0.098 0,3.312 0.551 1,-1.100-0.004-1,0.378 0.049-1,-1.708 0.004 4,-0.993 0.230-1,-0.962 0.301-2,-0.041 0.378 1,-1.015-0.142-1,-0.850-0.275-2,2.848 1.340 3,-2.508 0.624 1,-5.613 2.839-1,-7.022-4.284 0,-2.502-1.817-1,1.252-0.520-3,-1.972-0.130 1,-0.170-0.061 0,0.261-0.018 0,2.910 0.019 0,-4.603-0.016 1,1.041 0.021 1,1.799 0.228-1,1.596 0.857 0,5.380 4.978 2,5.848-1.728 1,2.973-1.477-2,-1.340-0.308-3,3.836 1.194-1,-3.897-1.819 1,0.705-0.048 1,4.530 1.080-2,0.505 0.294 0,-3.575-0.908 2,0.511 0.225 0,8.881 2.873-1,1.599 0.804 0,0.501 0.500 0,-8.086-2.585 1,-0.339 0.125-1,5.042 2.449 0,-0.623 0.179-1,-5.481-2.419 2,-0.172-0.219 0,5.821 2.036 6,-1.387-0.968-3,-1.650-1.008-3,-1.110-0.961 3,-0.682 0.023 0,-1.776-0.466 0,-1.025-0.312 2,-1.042-0.369 2,-0.988-0.385-6,3.321 1.085-1,-2.831 1.120 3,-1.561 0.030 1,0.219-0.432 2,-11.187-2.148-3,-1.288-1.601-2,-3.847-0.871-4,4.781-0.246 2,-0.926-0.196 1,-3.113-0.508-1,1.632-0.149 1,-0.727-1.024 0,-2.728-0.972-1,4.636 1.441 2,-0.136-0.242-1,-3.966-2.056-1,0.240-0.477 0,-1.109-1.485 1,2.865 1.065 0,0.433-0.235 1,-0.568-0.609 0,0.618 0.501 0,3.313 2.377 1,0.208 0.347 0,0.309 0.205-1,-5.696-3.863 1,5.271 3.548 1,-0.622-1.091 0,1.193 0.406 1,0.630 0.138-3,-2.952-3.490 2,1.443 0.915-2,1.152 1.720-1,-0.902 0.996 2,-1.000 4.677 1,5.399 6.794 1,1.413-0.329-2,0.040 2.593-3,-0.006 2.240 0,-0.001 2.651-1,-0.003 1.502-1,-0.022-6.384 2,-0.003-0.039 0,0.009 6.566-2,-0.006-0.265 1,-0.007-0.466 1,-0.007-1.149 3,-0.003-1.502 1,-0.006-1.619-2,-0.002-1.425 1,-0.002-1.197 3,-0.002-0.298-3,-0.002-0.915 2,-0.002 3.437 2,0.000-1.282-3,0.002-1.692-1,0.002 0.546-1,0.000-2.388 0,0.000 0.661 2,1.736-0.821 0,4.299-6.053-2,1.219-0.143 1,-1.697-4.993-2,-2.715-1.212 0,1.228-2.447 0,-0.248-1.763-1,-1.519 1.380 1,-0.334-0.387 0,0.822 1.462 0,0.121 0.024 2,0.166-1.967 0,1.051 0.912-2,-0.258 2.698 2,0.071-2.720 2,-1.612 0.535-3,-1.080 1.512-1,-0.657-0.590-1,-0.743 0.593 1,-0.018 0.975 4,4.523 1.679 0,1.813 4.819-3,0.233-0.129 0,-0.534 4.171 0,-4.388 4.661 0,1.724-0.769-2,1.037-0.578 0,0.649-0.628 1,-0.794-1.269 0,-0.856-0.176 0,-1.081 0.549 3,-0.711 2.639 0,-0.697 1.315-3,-0.529-0.907 0,-0.276-1.263 0,-0.101-0.905 0,-0.073 3.187 4,0.098-2.412-2,0.053-1.477 0,0.031 0.575-3,0.063-13.505 9,-1.838-0.139-9,-2.370 0.029 1,1.683-0.295 0,0.493-2.239 0,0.944 1.002-1,0.537 0.622 1,0.310 0.550 1,0.180-1.356 1,0.113 0.004-2,0.036 0.110 2,2.042-0.589-1,1.399 1.389 1,0.129 1.974-1,1.312 0.880-1,-0.189-0.794 2,0.574-0.557 0,0.711 2.816-1,0.424 3.457-1,-0.480 0.055 3,1.144-0.141-2,-0.577 1.312 0,-0.050 2.788 0,-1.107-1.363-1,1.999-0.139 0,-0.966-0.033 1,-4.238 3.921 2,1.019 0.188-1,0.591-1.061-3,-1.104 2.590 2,-0.825-1.574 0,2.098-0.606 0,1.353-0.145 0,0.809-0.435-1,-0.606-1.713 0,1.176-1.002 1,-0.792 1.614 2,-4.198 4.142 0,-1.327-1.246-3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09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18993.000 10650.000 767,'0.000'-6.109'0,"0.000"-0.587"-4,0.000 0.425 3,0.000-0.243 0,0.000 0.133 1,0.000-0.107-1,0.000 0.153 1,0.000 0.150 0,0.000-1.616 1,0.883-0.096-2,1.845 1.122 0,0.034-0.522 1,-0.356-2.100-1,-0.646-1.555 0,-0.674 0.676 0,-0.578 2.711 1,-0.258 0.016-1,-0.186-1.142 2,-0.126 0.994 0,-0.063 0.497-1,-0.035-0.544 0,0.195 0.996 2,5.336 3.048 0,0.711 4.715-1,-5.676 5.005 0,-0.402 0.792-1,-0.004-0.357-1,0.000 3.026 0,0.000-0.626 0,0.000 3.644-2,0.000-2.110 1,-0.357-0.208 2,-0.579 0.315-2,0.163-3.525 1,-0.096-0.044-1,-0.497 3.063 1,0.001-0.121 0,0.076-0.185 0,-0.111 1.564 1,0.232-1.020 2,0.242-1.151-4,0.031-2.259 2,-1.753 3.302 1,-0.497-2.985 5,-1.960-1.073 0,0.048-1.363-5,-0.533 1.246-3,2.622 0.830 1,1.890 0.048 3,-1.833-1.258-1,-3.134-4.960 0,-0.687-1.003-2,-1.080 0.301 1,1.372 0.097 0,-1.144 0.004 0,0.070 0.001-1,0.430-0.001 0,0.100-0.001-1,0.265-0.001 3,-0.220-0.001 0,-0.479-0.001-2,0.867-0.525 1,0.303-2.205 1,1.256-1.645 0,-0.557 0.186 1,1.817-1.201-3,3.710-1.278 0,0.217 0.597 2,-0.163-0.736-1,-0.038-0.563 1,0.000-0.679-2,0.006 0.142 0,0.000 1.203 0,0.000 0.282 1,1.037 0.233 1,2.069-3.607-2,0.140-0.545 1,-0.848 1.268-1,-0.919 1.763-1,-0.501-1.129 2,-0.806 1.671 1,-0.307-1.044 2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10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18885.000 10554.000 767,'0.000'-6.016'0,"0.883"-1.854"-4,3.679-6.206 0,-2.782 8.328 3,0.059-0.729-1,0.523-2.271 0,0.290-1.225 0,-0.289 0.696 0,0.009-0.641-1,0.534-2.414 1,0.217-0.556 1,1.437-6.310-3,-0.273 0.028 1,-1.890 8.023 2,-0.202 0.416 0,-0.216 0.450 1,-0.223 0.468-1,-0.221 0.466 0,-0.213 0.456 2,-0.056-0.893-1,-0.253 0.579 3,-0.022-2.680 3,-0.368 1.389-3,-0.282 1.370-2,-0.198 2.157 0,-0.114 0.812 0,-0.201-4.611 1,-0.148 2.217 2,0.010 2.027-2,0.063-0.718-2,0.093 0.116 2,0.072 0.786 0,0.045-0.609-4,0.072 13.330 3,-0.027 0.653 1,-0.225 2.345-2,-0.369-2.325-2,-2.543 10.970-3,0.649-5.061 1,-0.567 2.135 0,-1.004 4.900-1,-0.222 1.712 0,-0.231 0.929 0,-0.225 0.311 0,0.001 0.055-1,0.171-0.141 2,-1.794 7.903-3,0.124-3.480 5,0.540-3.354 3,2.550-10.820 1,0.299-1.168-1,-1.086 3.658 1,0.323-2.980 7,0.187-2.788 8,0.441-2.302-14,0.395-1.410 1,-0.301 0.915 5,-0.027 1.703-6,1.376-2.042-2,0.796 0.869-2,-1.561-1.735 2,-4.176-6.909 0,4.784-8.476 0,1.230-1.169-2,0.281-3.018-3,0.141 4.214 3,0.027-0.409-1,0.018-1.958 0,0.011 1.556 0,0.007 0.191 1,0.001 0.575 1,-0.002 0.777 2,0.003-1.079-2,-0.013 2.832 0,-0.001 0.223 0,-0.005 0.716 1,0.005-4.886 2,-0.008 2.794-3,-0.004 0.100 0,-0.004-1.339 1,0.000 2.841 0,0.000-3.024-2,-0.002 2.882 1,0.000 0.319 1,0.000-4.705-2,0.002 2.838 1,0.000 1.441-1,0.000-0.476 9,0.000 13.716-5,0.000 4.237-7,0.000-4.084 2,0.883 2.998 0,0.795 1.338 0,0.679 0.644-1,0.557 0.151-1,-0.070-1.186 4,-0.102-0.688-1,-0.242-0.830-1,-0.322-0.869 1,-0.354-0.843 0,-0.351-0.768 2,0.525 4.598 5,-1.088-3.286-3,-0.471-0.014 0,-0.361 0.890-2,-0.228-1.592-1,-0.174 0.847 3,-0.028-16.150 2,0.356 0.033-9,-0.002 1.613 2,-0.002-0.406 0,0.000-0.662 1,0.885-3.488 0,0.500-1.313-2,0.216-0.367 2,0.188-1.493-2,-0.144 0.075 1,-0.456 3.284 0,-0.175 0.946 1,-0.180 1.055 1,-0.172 1.069 1,-0.117 0.154-1,-0.164 0.783 1,-0.131 0.865 2,-0.034-3.575 2,-0.219 2.702-2,-0.148-0.873-2,0.009 0.773 5,0.034 13.384-4,0.112 1.570-5,-0.002-1.776 1,-0.002 0.689 0,0.000 1.714 0,0.000 0.424 0,0.000 0.051 0,0.000 0.252 1,0.000 0.361 1,0.000-0.631 0,0.000-0.809 0,0.000-0.849 1,0.000-0.804-1,0.000 3.337 0,0.000-2.429 2,0.000 0.692 0,0.000 0.030 5,0.000-1.992-10,0.000-13.603 6,0.000-1.804-5,0.000 0.761 0,0.000-2.538-1,0.000 0.133 1,0.000 0.224 1,0.000-1.229 2,0.000 5.650-2,0.000-4.998-1,0.000 1.812 3,0.000 1.653 0,0.000 0.849 0,0.000-1.434 1,0.000 0.765-1,-2.074 0.364 0,-2.911 0.515 1,-0.749 2.206-1,-1.408 0.514-3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21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18849.000 10374.000 767,'-6.252'0.000'0,"0.127"0.000"0,0.119 0.000 0,-0.279 0.804-7,-1.570 1.042 6,-5.378 0.356-1,4.409-1.113 0,-1.436-0.054 0,-1.353-0.080 0,-1.243-0.094-1,-0.897-0.101 0,-0.611-0.104 0,-2.534-0.037 0,-0.114-0.123 0,4.340-0.186 1,0.086-0.058 1,-1.984-0.244-1,0.177-0.431 2,0.005-0.308 0,-0.130-0.202 1,-0.005-0.120 0,0.087-0.050 1,0.153-0.214-2,0.197-0.330 0,-1.439-0.480-1,0.857-0.074 0,2.613 0.099 2,0.803-0.274-1,0.572-0.118 1,0.381 0.001-1,-2.521-0.670 3,1.170 0.311 1,1.267 0.388-1,3.229 0.634-3,0.513-0.137 0,0.409-0.032 0,0.312 0.049 1,-5.295-1.591 3,0.428 0.670 0,3.797 1.151-4,0.298-0.097 1,0.374-0.206-1,-0.208-0.261 0,0.647 0.181-1,-4.025-1.215 1,2.400 1.266 1,-0.045 0.768 1,1.081 1.188 0,0.100 0.504-1,-0.069-0.369-1,-2.473-0.044 2,1.029 0.928-2,-2.523 1.632-3,-0.780 0.356 1,-0.619 0.286 0,5.657-1.515 1,-0.399 0.035 0,-0.279-0.035 1,-0.178-0.087-1,0.929-0.318 0,-0.053-0.105 0,-2.113 0.472 0,0.058 0.265 1,1.130-0.164 0,0.119-0.008 0,0.126-0.067 1,0.120-0.111-1,-1.896 0.271 0,0.516-0.282 0,0.603-0.286 1,0.623-0.271 0,0.594-0.244-1,-3.330 0.314 0,2.132 1.155 2,0.374 0.841 1,1.224-0.145 2,12.893 0.759-2,0.904-3.765-6,0.092 0.023 1,-0.299 0.025 0,0.993 0.011 1,2.591 0.011 0,-4.721 0.016 0,-0.156 0.003 1,3.065 0.002-1,-2.547 0.003 0,-0.424 0.001 1,4.859 0.003 2,-3.746 0.924-1,-0.148 3.109 1,-0.983 0.305 1,-3.515 1.087-3,-7.280-0.587 0,-1.605-1.586 0,-2.138-1.470 1,-0.249 1.477-2,-0.449-0.618 0,2.732-1.311 0,-0.577-0.183 0,-0.722-0.140-1,0.081-0.218 0,0.285-0.198 1,0.806-0.187 0,-5.019 0.055 1,1.748-0.315 2,1.895-0.172 0,-1.149-0.015-1,2.961 2.183 1,5.783 3.955-1,9.276-3.837 1,2.214-1.570-4,-4.118-0.226 1,0.977 0.314-2,1.077 0.207 0,1.110 0.121 0,0.661 0.049 1,0.306-0.005 0,0.456-0.045 0,0.557-0.074 0,0.392 0.124 0,0.258 0.268 0,0.145 0.148 0,0.058 0.055 4,4.222 0.511-3,-0.806-0.159-1,-1.105-0.232 2,-0.584-0.180 0,-1.920-0.313 0,-1.914-0.290 1,-2.299-0.289-1,-1.348-0.193 2,-1.134-0.157 4,4.037-0.027 2,-2.047-0.298 4,-2.344-0.242-16,-13.674-0.093 8,-1.740 0.319-6,-1.349 0.013-1,3.843 0.003 1,-0.896-0.000 1,-1.881 0.000-1,-0.408 0.002 0,0.935-0.001 0,-0.336 0.000 1,-0.347 0.000-1,-0.348 0.000 1,-0.117 0.000 0,0.060 0.000 1,0.190-0.000 0,0.279-0.001-1,0.338 0.000 0,0.367 0.000 1,1.542 0.000-1,0.251-0.001 2,-1.949 0.000 1,0.427 0.000-1,-0.722 0.000 1,0.809 0.000-1,0.824 0.000 0,0.783 0.000 0,0.703 0.000-1,-4.609 0.000 2,2.494 0.000 0,-0.018 0.000 0,14.909 0.000 6,4.015 0.000-11,1.400 0.000-1,-5.206 0.000 3,0.609 0.000-1,0.406 0.000 0,0.237 0.000 0,0.101 0.000 1,0.000 0.000 1,0.137 0.000-1,0.236 0.000 0,0.086 0.000 0,-0.032 0.000 1,-0.116 0.000 1,-0.176 0.000-1,-0.215 0.000-1,-0.236 0.000 1,2.054 0.000-1,-0.752 0.000 3,-0.827 0.000-1,-0.829 0.000-1,-0.774 0.000 1,-0.686 0.000 0,2.366 0.000 0,1.661 0.000 11,-2.944 0.000-16,-14.168 0.000 8,0.938 0.000-5,-3.460 0.000-2,3.304-0.217 2,-0.663-0.370-1,-0.677-0.472 1,-0.667-0.533-1,0.720-0.182 1,-0.483-0.432-1,-3.821-1.234-1,-1.103-0.194 2,1.055 0.481-1,-0.426 0.132 0,-0.091 0.209 1,0.165 0.257 0,0.131 0.286-2,0.103 0.294 1,0.079 0.076 1,0.057-0.093 1,0.038 0.004 1,0.024 0.074 3,0.011-0.092-4,0.003-0.213 0,-3.436-0.879 0,1.057 0.105 0,1.355 0.261 0,3.961 0.880 0,0.668 0.213-1,-1.580-0.156 1,1.140 0.373 2,1.056 0.340 2,0.524 0.261 1,0.911 0.277-3,-4.024 0.053 0,2.188 0.474 1,1.672 0.056-3,-0.549-2.605 2,5.226-3.971 0,4.003 0.773-2,3.425 2.781 0,5.494 0.640-1,-3.759 1.419-1,1.714 0.156 0,2.034 0.145-1,1.544-0.086 0,1.130-0.254-1,0.990-0.158 1,0.851-0.075 0,0.717-0.015 0,0.590 0.033-1,0.474-0.148 1,0.372-0.280 2,0.062-0.152 0,-0.170-0.051 0,-0.552 0.029 0,-0.821 0.085 0,-0.776 0.125 0,-0.710 0.149 1,4.520-0.275 0,-2.353 0.339 3,-2.473 0.316 4,-1.958 0.256-6,-2.463 0.255 1,-2.119 0.202 1,-1.734 0.153 1,0.855 0.076 3,0.555 0.148-2,-0.319 0.092 4,-0.441 0.098-13,-15.955-0.026 7,2.444-0.214-5,-1.784-0.003 0,-4.486 0.282-1,4.355 0.473 1,0.565 0.136 1,-0.297 0.139-1,0.894-0.096 1,-0.335 0.014-1,-1.995 0.138 0,-0.853-0.053 0,-2.113 0.048 2,-0.140-0.124 1,3.447-0.154-23,0.464 0.205 23,-2.143 0.574 17,0.784 0.093-20,1.839-0.217 1,0.513-0.059-1,0.446-0.094 8,0.381-0.119-5,-2.503 0.299 3,1.120-0.303-2,1.130-0.285-1,1.040-0.248 0,-2.995 0.038-1,1.278-0.310 2,0.335 1.116 2,4.607 3.996-3,7.737-1.653 0,3.606-3.003 1,-1.069-0.740-3,1.601-0.084-1,1.531-0.045-1,2.964-0.031 0,-5.747 0.028 2,-0.293 0.003 0,-0.156 0.003 1,-0.057 0.006-1,0.014 0.006 1,0.570 0.002 0,-0.591 0.008 0,-0.712 0.004 0,2.708 0.217 1,-2.262 1.933 0,-0.569 1.446 3,0.602 1.295-2,-3.709 1.167-1,-3.867 0.223 0,-2.905-0.379-2,-4.374-1.634 0,1.496-2.840 1,-2.405 0.343-1,-2.437 0.666 0,4.592-0.944 1,-1.005 0.336-2,-1.122 0.400 0,-1.174 0.438 0,-2.381 0.680 1,-0.385 0.057-1,3.204-0.914 0,0.110-0.119 0,-1.540 0.182 0,-0.018-0.249 0,0.164-0.270 0,0.297-0.275 1,0.385-0.051 3,0.435 0.115 1,0.460 0.023-3,0.458-0.051 0,-2.703 0.558 1,1.223-0.306 1,1.244-0.345-1,2.074-0.485 1,0.762-0.245-1,-4.638 0.372 1,3.723-0.723 7,15.570-1.038-6,3.788 0.369-5,-2.931 0.036-1,2.429 0.006 0,2.260 0.003-1,2.049 0.004 0,2.252 0.004 0,2.322 0.002-1,2.723 0.002 0,2.924 0.001-1,2.105 0.001 1,1.416 0.001 0,5.367 0.001 0,0.262 0.001-1,-9.222-0.161 1,-0.499-0.278 1,3.477-0.355-1,-1.012-0.184 4,-1.557-0.101 1,-1.909-0.037 2,0.782-0.143 0,-2.876 0.071 3,-4.998 0.230-1,-2.044 0.095-2,1.741-0.105 3,-3.154 0.183 9,-2.747 0.170-3,-1.564 0.118-3,-2.420 0.161-5,2.350 0.017 4,-2.633 0.288-3,-0.399 0.259 1,-12.880-0.092-3,-0.792-0.140-3,-3.587-0.002-3,3.132 0.001 3,-0.165 0.000 0,-3.829 0.000-3,5.176 0.001 3,-0.218 0.000 0,-0.149 0.000 0,-0.092 0.001 1,-0.264 0.000 0,-0.380 0.000 0,-0.456 0.217 0,-0.493 0.370-47,-0.290 0.255 44,-0.126 0.162 52,-0.216 0.301-50,-0.275 0.394 0,-0.308 0.234 0,-0.323 0.105 0,-0.107 0.005 1,0.060-0.069 0,-3.072 0.437-1,0.442-0.300-1,0.580-0.335 2,2.251-0.500-1,0.569-0.237 3,-0.633-0.122-2,0.944-0.255 0,0.929-0.212 0,-1.420-0.072 5,2.188-0.258-3,0.531-0.100 0,-4.805-0.152 1,2.665-0.080-3,2.319 0.018 0,-0.192-0.001 4,14.198 0.115 2,0.737-0.131-9,1.758-1.433 0,-3.630 0.053 2,1.138-0.340-1,1.222-0.185-1,0.811-0.278 1,0.470-0.339-1,0.202-0.155 1,-0.008-0.010 0,0.052 0.095 0,0.096 0.173 0,1.385-0.365 1,-0.365-0.135 0,-1.844 0.432 3,-0.432 0.127-1,-0.441 0.187-1,-0.433 0.227 0,-0.411 0.030 1,-0.379-0.116-1,2.420-0.975 3,-0.984 0.229-1,-1.002 0.366 0,-1.779 0.671-2,4.532-0.978 1,-1.378 0.943 10,-18.248 1.675-9,-2.174 0.392-5,3.537-0.050 1,-1.388-0.004-1,-1.370-0.007 1,-1.305-0.003-2,-1.210-0.005 1,-1.311-0.004 0,-1.339-0.002 0,-3.632-0.002 0,-0.970-0.003 0,2.040-0.001 1,-0.345-0.001 0,2.592 0.000-1,0.080 0.000 1,-4.924-0.001 0,0.604 0.001 1,3.324-0.001 1,1.005 0.000 0,0.884-0.000 1,0.759 0.001 1,-3.009-0.001 0,1.927 0.001-1,1.988 0.000 7,5.399 0.001-7,0.617 0.000 0,-2.699 0.000 0,1.580 0.001 2,1.455 0.000 2,-3.097 0.000 1,3.392 0.000-6,-1.280 0.000 10,16.876 0.000-10,-1.516 0.000-2,2.680 0.000-1,-4.192 0.000 1,0.440 0.000 0,0.523 0.000 2,0.567 0.000-1,0.582 0.000-1,0.568 0.000 1,5.144 0.000-1,-0.195 0.000 1,-0.751 0.000-1,-1.040 0.000 1,-2.355 0.000 0,-1.042 0.000 0,-0.985 0.000 0,-0.253 0.000 1,-1.101 0.000 3,3.578 0.000 6,-2.177 0.000-7,-1.439 0.000 0,0.308 0.000 1,-13.358 0.000 0,-1.156 0.000-3,-1.327 0.000-2,-1.384 0.000-1,1.014 0.000 2,1.853 0.000-1,1.464 0.000 1,-0.626 0.000 2,13.305 0.000-2,2.240 0.000 0,-2.354 0.000 1,1.430 0.000 0,1.227 0.000 0,1.030 0.000 0,2.802 0.000-3,1.240 0.000 0,-2.717 0.000 0,0.937 0.000 1,3.022 0.000-1,0.629 0.000 1,3.260 0.000 0,0.947 0.000-1,-4.674 0.000 1,0.326 0.000 0,5.784 0.283 1,0.242 0.471 0,-5.741-0.019-1,-0.513 0.111 1,4.830 0.683 0,-0.045 0.495 1,-2.848-0.056 0,-0.433 0.077-1,-0.719 0.199 7,-0.907 0.285-4,-1.013 0.122-4,-1.056-0.004 1,2.411 0.706 1,-2.074-0.331 3,-1.990-0.415 1,-3.839-0.900 0,-0.773-0.248-1,1.112 0.321 0,-1.068 0.031 1,-0.903 0.162 0,4.067 1.796-1,-1.377-0.658-2,-1.094-1.019 1,-1.311-1.021-2,1.026-0.580 0,0.348-0.641 1,-0.602 0.003 0,-1.084 0.631-1,-2.700 4.504 0,-0.932 0.964 2,4.343-4.174-1,-4.110 4.040-1,-2.673 0.827-1,-0.149-0.008 1,0.032-0.262 0,-0.220 0.494-1,-5.409-4.599 1,-0.414-2.288 1,-0.011 0.018-1,-2.505 0.000-1,-0.961 0.000 0,2.315 0.000 0,1.290 0.000 0,-0.882 0.000 1,-1.805 0.000 0,1.693 0.000 1,-0.451 0.000-2,-1.880 0.000 1,-1.997 0.000 0,0.609 0.000-1,1.210 0.000 2,1.371 0.000-4,1.716 0.000 3,-0.466 0.000 2,-0.420 0.000-1,1.302 0.000 0,-0.712 0.000-2,14.759 0.000 7,1.299 0.000-8,-3.152 0.000 0,0.482 0.000 0,-0.257 0.000 3,2.028 0.000-1,-1.772-0.992-1,-3.189-4.455 3,2.480 0.556 1,-0.093 1.627-3,0.374-1.037-3,-1.073 0.666 2,0.754 2.137 2,2.606-2.233 0,-0.797 0.570-1,0.263 0.667-2,-0.286 0.861 0,-0.093 0.740 2,-1.364-0.405 0,-0.489-1.716 2,0.900 0.025-1,0.672 0.700-1,0.249 0.799-1,0.991 0.580 0,-0.607 0.540 1,-0.736 0.304 0,-0.598 0.134 1,2.008 0.048-1,-0.379-0.030 1,-0.683-0.287-1,-0.470-1.588-2,0.277-1.409 1,-1.136 0.265 1,1.053 0.112 1,-0.828 1.720-1,1.203 0.846 2,-0.105 0.424-1,-1.429-0.097-2,-3.212-6.193 2,-1.105 0.256 1,4.195 6.001-2,0.478-2.837 0,-0.976-2.310-1,0.498 2.126 0,0.109 1.658 0,-2.299 6.033 2,-3.814 1.382 0,-0.004 0.564 0,0.000-0.165-1,0.000 0.827-1,0.000-1.107 0,0.000 0.414 0,0.000-0.236 1,0.402 0.196 0,5.653-4.598 2,-0.379 0.393-1,-5.811 3.630-1,0.133 0.773 0,0.002 0.304-1,0.000-0.570 1,-3.295-11.923 3,-2.355 1.785-4,-0.704-2.276-2,0.235 0.562 0,1.152 0.187 3,-1.886-1.352-1,-0.300-1.041 1,2.150 1.233 0,-1.093 1.934 0,-0.885 1.054 0,1.071 0.301 0,-0.016-1.818 1,0.034-2.107 0,1.449 2.327-1,-1.872 0.140-1,0.555 0.247 1,3.137-2.304 3,1.324-0.894-3,-2.148 1.808-1,-2.547 3.386 2,-1.004-0.559-1,2.287-3.630 0,2.873-0.069 0,0.905-2.165-1,0.985 2.092 1,1.726 0.574-1,4.292 6.269 3,-0.013-0.387 0,1.066 0.013-3,-0.315 0.000 1,-0.259 1.039-1,-4.215 5.439 2,-2.209-0.370-1,-0.394 0.753-1,5.933-2.968 2,-0.549 1.675-1,-0.162-1.630-1,0.227 1.499 1,-1.942-0.220-1,2.147-1.423 2,0.652-1.563 0,-4.658 3.811 0,4.306 0.399-1,-2.206 0.498-1,-1.790-0.385-1,1.505-1.066 1,0.909 0.191 3,1.487 1.348-3,1.164 0.791-1,-0.008 0.392 0,-1.682-0.462-1,-1.091-1.731 4,0.636-1.291 3,-0.536-0.314-3,-0.331 0.452 0,1.180 0.433 0,0.154-0.776-1,0.760 0.274-1,-1.408 0.197 0,1.283 1.417 1,-0.149-2.598 2,-2.109 1.190-2,-1.994 0.981 0,-1.195 1.673-1,-0.692-13.937 1,0.428-0.246 1,0.000-1.258-1,-1.832 1.951-1,-2.883 0.061 1,-1.158-0.983 0,-0.508-1.128-2,0.176 0.340 1,0.863 0.528 0,1.825 0.872 1,0.570 0.179 2,-2.380-0.625 0,0.572 0.681-1,-0.353 2.267-1,-0.236-0.667 0,0.184 0.223 1,0.762-0.080-2,0.396-1.779 0,2.361-1.171 1,1.710 0.276 1,0.411 12.978-2,-0.480 1.893 3,0.000-1.082-2,0.000 3.267-2,0.000 1.985-2,0.000-2.945 3,-0.283-2.979 0,-0.471-0.296 0,-1.162 4.078-1,-0.285-0.125 3,0.115 0.186 1,0.629-3.299-1,-0.237-0.164-1,-0.304-0.279 0,-1.056 2.913 0,1.163-3.216-1,0.209-0.197 1,-0.853 4.600 1,0.943-1.647 0,0.645-0.840-2,0.531-1.822 2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24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18969.000 10614.000 767,'-6.402'0.000'0,"0.216"0.000"0,0.047 0.000 0,-1.277 0.884-7,-5.390 2.434 8,2.984-1.551-3,-0.255-0.295-1,2.812-0.536 1,-0.114-0.106 1,-4.561 1.019-2,3.360-0.415 0,-0.074 0.055 4,-1.889 0.333 1,0.481-0.115-3,0.665-0.174 0,2.229-0.428 0,0.358-0.139 0,-2.315 0.130 1,0.617-0.263 1,0.580-0.229 2,0.512-0.191 0,1.271-0.165-3,-4.528-0.026-2,1.692-0.226 2,0.971-0.107 4,0.610-0.034-2,-1.108-0.024-1,2.352 0.085 0,-0.534 0.053 5,0.013 0.032-9,12.714 0.014 5,1.744-0.015-2,-1.021 0.000-1,2.886 0.000-2,-1.280 0.000 1,3.268 0.000-1,-1.470 0.000 2,-0.894 0.000 0,0.138 0.000 1,-0.308 0.000-1,-0.575 0.000 0,-0.699 0.000 1,0.077 0.000 0,-0.595 0.000 0,3.817 0.000 2,0.123 0.000 2,-2.238 0.000-4,-2.024 0.000 0,0.561 0.000 0,-0.428 0.051 2,-9.015 6.086 0,-2.608-2.146 0,-3.707-2.958-3,-0.265-0.622-1,-0.841-0.212 0,-3.779 0.484 0,-2.156 0.753-1,6.155-0.555 1,-1.165 0.053 0,-1.117 0.017 0,-1.052-0.012-1,-5.591 0.251 0,-0.746-0.099-1,-6.790 0.082 1,9.781-0.385 0,-0.565 0.203 1,-3.170 0.348 0,-0.062 0.088 1,-8.368 0.639 1,0.745-0.132-1,11.295-0.856-1,0.269-0.093 0,-10.449 0.381 2,3.433-0.360 1,1.194-0.211 0,-1.574-0.148 3,1.328-0.196-2,1.566-0.161 0,-0.168-0.124-1,-0.378-0.091 4,0.398-0.064-5,0.863-0.043 0,8.322 0.005 1,0.571-0.006-1,-4.346-0.027-1,0.793-0.001 1,4.986 0.021-1,0.152 0.002 2,-5.853-0.020 6,0.274 0.009-7,0.361 0.009 0,5.804 0.020 0,0.015 0.002 1,-0.087-0.156 0,-0.162-0.277-1,-0.219-0.205-1,-0.253-0.144 0,-7.954-0.972 2,0.741-0.028-2,7.802 0.860 1,0.383 0.059-1,0.358-0.089 0,0.324-0.204 1,-3.538-0.964-1,0.573-0.069 4,0.534 0.095 2,0.948 0.223-5,0.944 0.248 0,0.978 0.267-1,0.938 0.263 1,-2.973-0.904 0,2.221-1.347 7,1.706 0.109-5,-0.577-0.440 2,13.695 1.745 0,-0.723 2.040-6,2.891-0.018-1,2.364-0.014 1,-4.712-0.032 0,-1.537-0.010 0,0.645-0.002 0,5.976 0.003-1,0.342-0.005 2,-3.925-0.007 0,0.140-0.002 0,4.470-0.001 0,-2.440-0.002-1,0.556-0.002 3,1.025-0.001-1,-0.492 0.000 1,-0.816-0.001 0,-2.630-0.000-3,-0.165 0.000 1,2.461 0.000-1,-0.840 0.000 3,-0.983 0.001 1,-1.169 0.000 0,-0.706 0.000-1,1.901 0.000 0,-3.141 0.000 1,-0.365 0.001 1,5.846 0.000-1,-0.938 0.000-2,0.184 0.000 0,0.384 0.000 2,-0.609 0.000-2,-0.802 0.000-2,-1.606 0.000 2,-2.237 0.000 1,1.310 0.000 1,-0.882 0.000-1,0.891 0.000 4,-13.785 0.000-4,-4.071 0.000-4,-0.509 0.000 0,-2.463 0.000-1,4.551 0.000 2,-0.798 0.000 0,-10.821 0.884-3,7.238-0.174 3,-0.633 0.123-1,-11.198 0.760 0,-1.314 0.014-1,-1.570-0.109 0,3.245-0.296 1,1.420-0.171 1,6.091-0.335 0,0.908-0.105 0,-6.058 0.048 3,1.692-0.177 2,2.142-0.147 3,8.107-0.169-3,0.749-0.037-1,-4.803-0.016-1,0.692-0.067 2,2.208-0.050 2,2.071-0.027-1,1.804-0.011-3,-3.424-0.051 0,1.825 0.016 4,2.464 0.037-1,0.010 0.024-4,13.816 0.038 1,-0.911 0.001 0,2.571-0.001-1,3.618-0.002-3,-2.919 0.000 1,-2.574 0.000 1,0.795 0.000-1,9.051 0.000-3,5.802 0.000 0,3.130 0.000 2,2.609 0.000-1,3.730 0.000-1,1.783 0.000-2,0.405 0.000 2,1.264-0.884 2,-0.493-0.942 0,-1.578-0.910 0,-14.367 0.956 2,-0.924-0.058 0,11.482-1.224 4,-4.403 0.491-1,-1.765 0.278-2,0.300 0.146 12,-2.808 0.416-11,-2.907 0.392-1,-4.606 0.442 1,-2.031 0.230 3,-1.817 0.195 4,-2.081 0.174-6,-1.122 0.111 1,4.955 0.071 4,-2.101 0.258-2,-2.639 0.048-5,0.014 0.010 1,-0.453-0.036 0,1.109-0.031 0,-1.061-0.093-2,-13.157-0.063 2,0.679 0.022 0,-0.325 0.001 0,-2.669 0.000-2,1.608 0.000 0,-3.857 0.000-1,-2.147 0.000-1,-1.993 0.000-1,-1.015 0.000 0,-2.087 0.000 1,7.298 0.000 2,0.027 0.000-1,-3.477 0.000 0,0.617 0.000 0,3.841 0.000 2,0.192 0.000-1,-4.470-0.357 1,0.908-0.580 1,0.774-0.394 2,1.422-0.154-2,1.423-0.008 0,2.320 0.282 0,0.714 0.103 0,0.650 0.128 1,-4.731-0.572 3,0.501 0.395-1,2.694 0.579-3,-0.139-0.003 0,5.005-5.003 2,8.378 1.912-2,0.759 1.826-1,7.252-1.347-1,-1.018 0.467-2,1.424-0.018-1,2.408-0.033 1,5.266-0.133-2,-0.549 0.557 2,0.906 0.319-2,-7.090 0.828 2,0.223 0.149 0,0.256 0.146 1,0.275 0.137 2,5.655-0.027-2,0.212 0.199 0,-5.650 0.248 2,-0.508 0.084 1,6.139 0.032-1,-1.889 0.125-1,-7.232 0.079 0,-0.604 0.033 1,4.749 0.058-1,-0.960 0.036 11,0.659 0.034-5,-4.106-0.023-2,-0.920-0.001-2,-3.250-0.030-1,-0.439-0.005 0,2.800 0.022 3,-0.822-0.014-1,0.547-0.008 0,-1.298-0.019 0,-0.720-0.013-1,-0.722-0.011-1,-0.764-0.008 2,5.426-0.001-2,-1.256-0.015 1,-0.590-0.008 0,-0.406-0.002-1,0.184 0.000 2,-1.614 0.004-2,-1.835 0.002 0,0.983 0.002-1,1.202 0.001 2,-1.369 0.000 1,-0.483 0.000-2,0.788 0.000-1,-1.426-1.905 3,0.134-2.202-1,1.344-2.416-3,-0.927-1.060 0,-1.663 0.660 0,-0.705 0.696 2,-0.333 0.773 0,0.563 0.599 1,2.409 0.944 0,-1.773-0.176 2,-2.092-1.389-2,-2.098-0.767-1,-1.143 0.146-2,0.360-0.900 3,-0.006 0.324 0,0.000-0.239-1,0.883 0.003-1,3.679 0.921 1,0.895-1.240 0,-0.427-1.659-2,-1.689 3.168 0,0.120 0.579 2,1.977-4.247-2,-1.618 0.641 1,0.241-0.570 5,0.290 2.866-5,-0.833 1.397 2,-0.266-1.786 0,-1.959 0.618 0,-1.594-0.171-1,7.104 3.027 2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25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19005.000 10386.000 767,'4.426'4.427'0,"-0.122"-0.125"0,1.997-0.683-5,0.422 0.231 5,0.412-0.900-2,1.320 0.889 1,2.412 1.002-2,-5.558-1.844 3,0.333 0.186-1,0.854 0.178 1,0.131-0.383 2,0.024 0.036-2,-0.044 0.290 0,3.516 1.831-2,-1.559-1.164 2,-1.444-1.320 0,-1.265-1.142 1,1.221-0.698 0,-0.105-0.886 1,-0.065 2.185-1,-3.181 3.295 1,-4.299 1.428-3,-3.628-2.423 1,-0.667-0.025-1,-0.326 0.598 1,-0.924-0.915 0,-1.651-1.597-1,0.764-1.706 1,-2.806-0.475 1,0.175-0.275-2,0.834-0.094 0,-0.859-0.043 0,1.241 0.022 0,-0.255 0.031 3,1.658 0.040-1,0.020 0.014 0,0.188 0.010-3,-0.519 0.006 1,0.503 0.004 1,-0.398 0.002 1,1.208-0.887-1,0.866-3.615 2,-0.802-1.301 0,2.777 0.667-3,2.044-2.467-1,1.236 1.463 3,0.073-0.885 0,0.199 0.821-2,1.980-0.423 1,1.136-1.158 0,-0.648 0.500-1,-0.938 0.752 0,-0.583-1.505 2,-1.008 1.362-1,-0.466-0.558 1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27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19005.000 10386.000 767,'-6.230'0.000'0,"-2.040"0.884"-4,2.131 0.316 2,-2.505 0.203 0,1.880-0.285 0,-1.084 0.273 0,-8.777 2.301-2,0.100 0.482 0,-0.787 0.684 1,-3.073 0.752-1,-1.002-0.276 0,-0.832-0.570 2,-1.548 0.167-1,1.917-0.341 6,-0.080 0.186-6,-3.538 0.334-1,10.130-2.066 5,-0.115 0.061 0,-8.080 1.477-3,0.091-0.326 1,7.985-1.629 2,0.068-0.234 0,-7.374 0.638-3,0.856-0.556 0,-2.753-0.373 2,5.397-0.784 1,0.673-0.322 1,-3.414-0.182 0,3.437-0.353-1,1.230-0.211 0,2.147-0.156 0,1.657-0.106 0,1.666-0.072 5,0.773-0.052-6,0.776-0.024 0,0.040-0.027 5,1.296 0.008-2,1.269 0.019-2,1.160 0.023 0,-2.927-0.587 2,2.749-2.150 0,5.218-3.404 1,4.907-1.613-2,5.380 0.342-2,-1.587 3.572-2,4.622-1.136 0,1.169 0.098-3,1.891-0.337 2,4.784-0.483-2,-0.440 0.989 2,0.958 0.564 0,3.324-0.574-1,-2.116 0.724 2,-0.045 0.409 1,1.648 0.200-2,-1.714 0.653 3,-2.222 0.629 2,-1.940 0.568-3,-3.938 0.588 0,-1.649 0.312 9,-1.548 0.256-5,-0.645 0.203 2,-0.537 0.167-1,-0.371 0.128-3,-0.746 0.088 0,-0.730 0.055 0,-0.675 0.027 0,4.583 0.167 0,0.900-0.021 2,-0.762-0.094-1,-2.406-0.101-2,-1.385-0.057-2,-0.580-0.031 2,-0.587-0.017 2,0.419-0.007-1,2.451-0.001-1,-0.411 0.002 0,-0.825 0.004 0,0.086 0.002-1,0.842 0.001 0,1.431 0.002 2,-0.384 0.000-1,-1.792 0.000-1,-1.079 0.000 0,0.845 0.000 2,-0.439 0.000 0,1.865 0.000 0,0.283 0.000-1,-0.728 0.000 0,-0.988 0.000-2,-0.132 0.000 2,-0.509 1.051 1,1.062 2.675 1,-0.327-0.525-2,-1.884-0.059 0,1.885 0.677-1,3.084 1.163-1,-1.300 0.467 1,-2.063-1.364 1,0.494 1.232 0,-3.373-1.184 1,0.298 0.067-2,-0.259-0.281 0,0.237 0.221 1,0.597 0.559 1,-0.137-0.061 0,-0.256-0.160-2,-0.312-0.212 0,-0.125-0.281 0,3.563 2.055 0,-1.813-2.744 2,2.080-0.873 3,-1.604 0.213-4,-0.281 1.730 0,-0.021 0.835-1,1.791 1.040 1,-0.455-0.089 2,-0.991-0.386-4,-1.156-0.633 1,-0.894-0.545 2,0.984 0.007-1,-0.189-2.396 2,0.376 2.609 1,-5.212 1.513-2,-6.963-5.305-1,-1.784-1.026 0,0.345 0.010-1,-2.313 0.000-2,-0.014 0.000 1,-0.399-0.357 0,-0.468-1.911 4,-0.070-0.710-2,1.341 0.490-2,2.005 0.666 1,1.208-0.737 2,-1.447-1.012 2,-0.656 0.209-3,1.219-0.314 0,-0.300-1.207 0,1.642-0.334 2,-0.233-0.070-3,-0.018 0.001 0,1.557 0.069 0,-1.482-0.687 2,-1.805 2.023 2,0.043 1.177-4,2.288-1.818 1,-0.422 0.833 1,-1.603 1.691-1,-0.503-0.722-1,-1.626-0.720 0,0.288 0.757 0,-2.117 0.549-1,1.239-0.020 2,2.177-0.637 1,1.369-0.189-1,-0.032-0.888 0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34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18861.000 10434.000 767,'-6.016'1.504'0,"-0.849"0.213"0,-0.451 0.111 0,0.074-0.017 0,0.097-0.024 0,0.034-0.009 0,0.605-0.152-14,-7.627 2.308 13,-4.861 1.191 0,-3.408 0.367-1,9.687-2.418-2,-0.529 0.140 1,-2.944 0.786-1,-0.615 0.258-1,2.190-0.419 2,-0.098 0.205 0,-2.455 0.747 2,0.182-0.119 1,2.499-0.856 1,-0.034-0.250-2,-2.368 0.201-1,0.217-0.432 3,-8.240 0.526 1,0.693-0.863-1,1.786-0.772-1,9.659-1.128 1,0.559-0.215 0,0.446-0.192-1,0.341-0.168-1,-1.559-0.113 2,0.294-0.163 3,-5.383-0.162 1,0.041-0.178-4,7.382-0.001-1,0.099-0.029 0,-0.122-0.017 0,-0.289-0.012-1,-0.414-0.003 0,-0.500-0.000 0,-10.690-0.114 3,0.997 0.034-3,2.281-0.828-1,7.982 0.257 1,0.190-0.110-1,0.127-0.062 1,0.072-0.022 3,-5.039-0.839 2,0.879-0.476-2,5.529 0.689-2,0.490-0.020-1,-4.304-1.466 1,2.092-0.446 0,5.130 1.414 1,0.493 0.050 0,-3.446-1.426 2,1.039 0.505 1,2.186 0.933 2,-3.973-0.953-5,2.823 1.186 0,1.640-1.261 0,2.227-3.801 2,5.528 0.605-3,4.671 1.906 0,5.008 0.649-1,-1.309 1.176 0,-3.597 1.027-1,0.188 0.123 0,0.312-0.072-1,0.388-0.217 1,-0.670 0.012 1,0.657-0.296-1,7.956-1.830 5,-4.337 0.913-5,0.138-0.287 1,-1.441 0.386-1,0.390 0.017 0,3.997-0.777 0,-0.020 0.280 0,-0.330 0.355 1,3.935-0.125 1,-0.247 0.617-1,-7.602 1.187 0,-0.415 0.196 1,1.306 0.069-1,-0.254 0.222 4,-0.376 0.193 0,-0.448 0.165-1,3.399 0.104 0,-1.206 0.206-2,-5.438 0.251-1,-0.378 0.320 1,2.188 0.702 2,-0.796 0.276 0,-0.771 0.112 0,2.029 0.556 0,-2.809-0.641-1,-0.582-0.174-1,4.105 0.699 3,-2.122-0.459-2,-5.120 4.857 2,-7.331-1.814 0,-1.282-1.202-3,-0.176-1.058-2,-1.748 0.251 0,-3.154 1.112 0,-1.900 1.031-1,-4.717 1.920-1,2.136-1.067 0,-1.099-0.078 0,-7.666 2.649 0,2.541-0.922 1,-2.592 0.727 0,-9.363 2.653-1,-1.854 0.087 0,-0.345-0.287-2,0.646-0.508-2,-3.185-0.170 3,-4.520 0.944 2,6.472-2.248 7,-9.626 1.354-3,2.160-1.197-2,1.957-1.399-4,6.984-1.870 0,3.256-1.093 4,12.043-1.685 0,1.375-0.128 4,-5.949 0.827 6,3.217-0.441 0,1.015-0.265-3,6.012-0.856-1,1.815-0.330 1,-0.999-0.132 3,3.786-0.487-2,0.986-0.209-5,-0.155-0.152 0,1.106-0.177 1,0.952-0.130-3,-3.696-0.230 7,4.048-0.420-12,12.579 0.225 11,2.813 0.360-5,6.196-0.858-6,-1.704-0.498 2,3.105-0.217-1,4.276-0.907-23,0.622-0.427 44,2.342-0.641-22,8.163-0.671 0,-0.175 0.537 1,2.300 0.297-1,5.858 0.119-3,-4.305 0.426 5,-1.261-0.122-1,-4.472 0.408 0,5.980-0.371-2,-2.357 0.392 14,-3.122-0.444-7,-5.811 0.249 4,-2.624 0.129 1,-8.664 0.823-7,-1.160-0.151 0,5.771-1.484 15,-3.888 0.451-11,-1.893 0.252 0,-1.459 0.256 3,-1.728 0.397-1,-1.487 0.396-3,-1.361 0.372-1,3.080-0.368 3,-3.248 0.931-2,0.256 0.731 2,-13.086 0.769 0,-1.084 2.547-3,2.164-0.693-2,-1.102-0.237-2,-1.259-0.402 1,-0.348-0.669 1,1.125-0.697 1,0.668-0.420 3,15.225-1.316 3,3.571-1.524-12,-1.358 1.012 3,2.656 0.084 11,2.015 0.168-22,2.784-0.673 10,-6.940 0.726 2,0.379-0.043 0,9.240-0.914-2,0.577 0.174 1,0.532 0.269 1,-2.210 0.434 1,-0.112 0.254 0,2.423 0.168-2,-3.115 0.313 6,-1.383 0.186-2,1.284 0.136-3,-4.750 0.168 3,-1.046 0.078 1,-0.278 0.060 1,-1.463 0.053-1,-1.431 0.036 0,-0.920 0.027-1,-1.085 0.012 1,-0.302 0.015 1,-1.068-0.003 0,4.275 0.057 2,-2.652-0.044-4,-1.491-0.041 0,1.563-0.025 0,-2.205 0.443 0,-2.155 4.561 1,-13.321-0.896 0,-4.060-0.990-5,3.528 0.103 0,-1.252 0.298 0,-2.648-0.069 0,4.857-1.341 1,-0.533 0.141 1,-7.526 2.104-2,-0.521 0.493 1,0.055-0.044 1,7.047-1.912-1,0.069 0.097 1,-5.092 1.670-1,1.067-0.306 1,1.362-0.484 5,1.701-0.670-3,1.144-0.552-2,3.762-1.129 1,-8.745 1.434 4,6.987-1.861 2,1.129-0.426-3,-3.607-0.182 1,3.951-0.807-7,12.645-0.542 6,1.267 0.696 1,-0.244 0.137 0,2.887 0.017-7,-3.014-0.007 1,0.549 0.000-18,0.185-0.001 37,3.153 0.001-20,-1.240-0.002 1,0.476-0.001 1,0.465-0.001 5,-0.616-0.001-4,-1.464 0.000 0,-2.105 0.000 0,1.003 0.000 1,-0.058 0.000 7,0.117 0.000-7,-0.198 0.000-3,2.651 0.000-1,-2.384 0.000 1,-1.259 0.000 0,0.311 0.000 1,3.069 0.000 1,0.026 0.000 0,0.577 0.000-1,0.049 0.000 0,0.152 0.000-1,-3.279 0.000 1,-0.133 0.000 1,-0.139 0.000 0,-0.140 0.000-1,2.509 0.000 3,-0.664 0.000-1,-0.771 0.000-2,-0.418 0.000 2,-1.080 0.000-1,3.539 0.000 1,-3.170 0.134 1,-6.916 6.320 3,-7.037-3.401-2,0.265-2.277-4,-1.142-0.210-1,-1.475-0.122 0,0.989 0.051-1,-1.401 0.311 1,-10.078 1.646-2,-5.789 1.091-1,-5.342 0.880-1,-4.660 0.239-1,13.239-1.776 3,-1.204 0.154-1,-14.371 1.610-4,-1.201-0.218 0,12.996-1.501 8,-0.186 0.063 3,-17.456 1.912-8,2.054-0.414 1,18.035-2.012 4,1.309-0.234-1,-12.309 0.823 5,15.354-1.465-2,1.453-0.228 1,-1.240-0.063 1,1.589-0.269 6,-2.222-0.091 2,2.934-0.324-6,2.817-0.254 2,2.575-0.195-5,2.467-0.139-1,1.686-0.093 3,1.351-0.061 0,-0.137-0.065 4,-2.765-0.209 5,16.087-4.942-13,0.432 2.869-2,3.131-1.997-1,1.715-0.788-1,2.572-0.880 1,-3.957 1.782 0,1.141-0.249 1,1.211-0.391-2,1.232-0.493 0,10.006-3.996-1,1.818-1.000 0,-8.144 3.308 2,0.814-0.113 1,7.152-2.521-2,-0.095 0.111 0,-3.389 1.404 1,-0.046 0.227 0,5.776-1.898 1,-1.448 0.509 1,3.194-1.280 5,-3.307 0.917-3,-6.980 2.514 0,-2.948 1.151 3,-2.788 1.157 0,-1.863 0.893 0,-2.449 1.102 3,-1.999 0.924 2,-0.395-0.239-2,0.056-2.175 3,-1.975-0.927-7,-0.355 0.553-4,-0.272 1.223 2,-7.628 9.344 2,-3.671-2.139-3,0.696-0.338-3,-1.739-0.033 3,-0.485 1.216-3,-1.827 0.534 2,0.371-1.129 1,2.146-0.547 0,2.349 0.597-1,1.007 3.011 5,4.570 1.906-4,2.926-3.580-1,1.774-0.664 0,0.277-0.557 1,0.678 0.364-1,3.392 0.787 1,-1.580-1.260 0,0.914 0.340-1,0.473 0.190-1,1.608 0.386 0,-3.931-1.893 0,0.542-0.057 1,6.670 1.563-2,0.777-0.538 2,-4.653-1.470 1,-0.230-0.317-1,-1.558-0.368 0,0.021 0.058 0,4.980 0.883-1,0.649-0.160 1,1.965-0.040 6,0.994-0.220-6,-1.403-0.480-1,-2.444-0.528 0,-4.644-0.530 2,-0.540-0.144 3,-1.551-0.175-2,-0.303-0.083 0,-0.410 0.085 2,7.832 1.639 1,-6.426-0.432-4,0.907 0.285 3,-2.194-0.529-2,4.861 0.825-1,-1.536-0.721 2,-0.983-0.648-3,-1.852-0.039 2,-4.582 4.953 2,-9.222-2.170 0,0.470-2.581-4,-4.497 0.091-2,3.046 0.151 1,-1.902 0.445-1,-0.350 0.075 1,0.098-0.077 0,-0.067 0.712 1,3.013-0.570 0,-0.232 0.038 3,-0.550-0.037-2,-0.769-0.092 0,-3.376 0.309 1,0.217-0.276-3,0.745-0.292 0,1.048-0.286 1,1.190-0.262-1,-1.596-0.016 1,2.212-0.447 1,1.870-0.197 1,0.159-0.092 5,-0.845-0.074 0,0.612-0.072-6,-4.555-0.126-1,2.508-0.137 1,2.150-0.938 1,9.979-4.487 2,1.842 2.360 0,4.136-0.719-3,-2.004 0.716-2,1.467-0.175 0,-3.142 1.297 1,0.494-0.184-1,6.556-2.705-1,-1.343 0.807 0,1.177 0.051 1,6.270-1.680 0,0.305-0.059 0,-2.129 0.070-1,-7.061 2.414 1,-0.123 0.130 0,7.248-2.350 1,-1.053 0.309 3,-1.327 0.310 3,-3.167 1.111-6,-1.363 0.570 1,-1.307 0.597-1,-0.771 0.353 1,-2.115 0.672 21,0.374-0.218-28,-14.548 1.548 16,0.900 0.601-10,-2.249 0.009-1,2.251-0.049 0,-0.992-0.004-1,-1.039-0.005 1,-1.047-0.007-1,-7.451 0.022-1,-1.573-0.016 0,5.524-0.035 2,-1.306-0.007 0,-17.101 0.894-3,-4.339 0.485 0,-2.297 0.206-1,-3.912 0.011 0,-7.236 0.563-2,-1.079 0.578 0,4.331-0.168 5,-2.946-0.137 4,14.690-0.875-6,0.021-0.157 0,-9.310 0.490 11,1.668 0.295-2,10.821-0.453-8,1.294-0.035 0,-5.047 0.134 3,-12.697 0.381 3,3.074-0.395 6,4.549-0.502-3,1.507-0.314-6,-0.862-0.232 0,3.798-0.274 4,11.652-0.260 1,-5.140-0.073 1,4.558-0.125-2,12.577-0.060-3,0.927-0.020 3,-5.738-0.044 8,3.122-0.018-7,1.960-0.009 1,1.830-0.002-1,0.639-0.006-1,1.794 0.010-2,1.441 0.011 0,-1.702-0.022 3,14.414-1.908-8,6.066-2.060 5,-1.355 0.103 1,-1.084 0.139-1,1.819-1.039-3,14.372-6.023-5,4.546-1.869-2,2.868-1.143 1,2.028-1.475 1,-4.246 1.328 1,-1.977 0.340 2,1.211-0.231-2,-4.853 2.540 2,-3.262 1.801 8,-3.338 1.811-1,-1.731 0.936 7,-3.706 1.499-2,-3.159 1.122-3,-2.562 0.795 3,0.123-0.877 1,-14.141 0.818-3,-6.406 4.415 1,2.446 0.596-7,-2.081 0.248-5,-3.963 0.029 1,-1.970 0.084 0,-3.848 0.423 0,-7.572 0.441-1,-2.866-0.087 0,-1.209-0.253-3,-1.827 0.545 0,-1.206 0.130 5,4.163-0.427 1,1.200-0.239-2,-2.823-0.108 7,2.056-0.413-1,2.796-0.405-2,3.068-0.369 0,7.464-0.433 3,2.176-0.179 1,5.150-0.216-2,0.766-0.076-1,-2.279-0.037 8,1.245-0.093-1,0.493-0.072-5,1.412-0.060-2,1.295-0.037 0,0.666-0.032 1,1.127-0.010 0,-3.717-0.095 1,2.705 0.044 1,1.053 0.040-3,-1.541 0.022-1,1.484 0.073 3,16.860 0.042-1,1.463-0.896-2,3.546-0.318-5,4.067-0.202-1,-5.041 0.442 3,1.320 0.007-1,1.738-0.288 0,2.020-0.510-1,22.297-3.182-5,2.771-1.138 3,-20.007 2.716 5,0.245 0.054-3,0.179-0.028 1,0.122-0.094-1,16.748-2.231 0,-2.486 0.005 2,-4.029-0.022 7,-15.719 2.412-1,-1.683 0.201-3,5.513-0.994 0,-2.902 0.604 4,-2.993 0.614 4,-2.872 0.583 11,-2.622 0.529-15,-2.296 0.460-3,-1.852 0.375 3,2.855 0.018 4,-4.216 0.761-2,-1.094 4.228-1,-7.213 1.932-3,-4.053-0.283-2,-1.289-0.685-3,0.299-0.618 2,-2.056 0.974-2,-5.669 2.928 0,-0.820-0.166 0,-2.054 0.323-2,5.109-2.654 2,-0.918 0.310-1,-0.999 0.398 2,-1.032 0.456 1,-6.735 2.931-4,-0.910 0.230 1,5.567-2.727 2,-0.190-0.338 1,-9.240 2.903-3,0.304-0.689 1,9.551-3.412 1,0.799-0.230 1,-8.414 2.882 3,2.987-1.221 0,9.671-3.265-2,0.746-0.199 0,-6.011 1.883 7,3.240-1.298 3,1.502-0.753-5,1.886-0.595-3,1.352-0.268 1,1.231-0.121 0,0.173 0.109-2,1.215-0.410 1,0.983-0.445-1,-3.305 0.793 3,2.953-1.404-1,0.090-0.859-2,19.289-1.225 4,0.941 0.638-9,8.122-0.859-2,6.978-0.933-2,5.406-0.903 0,5.325-1.259-2,-1.833-0.371 1,0.979-0.618 1,-13.309 1.453 3,-0.415-0.232-1,18.575-3.627 4,-1.304-0.166 1,-3.092 0.452-3,-4.012-0.071 12,-7.040 1.111-6,-3.343 0.628-3,-0.078 0.319 3,-5.898 1.191 10,-2.595 0.345 1,-2.485 0.215-11,-2.926 0.545 2,-1.555 0.337 0,0.018-0.102-1,-2.477 0.565 16,0.932-0.567-25,-14.154 1.535 10,-3.190 1.329-1,-0.396-0.141-5,-3.033-0.043-1,-3.225-0.018 0,-7.080 0.869-2,-8.940 0.682-2,-4.378 0.212-1,-2.405 0.690 1,14.229-0.876 2,-1.280 0.059 0,-1.116 0.160 0,-0.960 0.236 0,-9.861 0.927 1,0.789 0.020 2,-9.162 1.443-3,6.305-0.361 0,2.446-0.187 3,-2.005-0.010 4,3.377-0.574 6,3.924-0.615-3,14.231-1.150-4,1.276 0.074 2,-8.763 1.146 5,6.586-0.678-4,1.408-0.184 2,5.176-0.452-1,0.838 0.147-1,-3.833 0.979-2,1.751-0.048-1,2.762-0.432-1,1.124-0.206 3,-1.292 0.113 2,1.905-0.520-3,0.734-0.302 1,1.481-0.357-1,0.540-0.197 0,-5.471 0.211-2,1.066-0.547 1,2.414-0.364 7,14.286-0.571-6,0.751 0.551-4,1.437 0.011-1,4.163 0.008 0,0.740 0.010-1,1.629 0.007 1,8.106 0.006-2,2.166-0.712 1,4.023-1.153-1,-7.564 0.009 1,2.886-0.752-1,27.042-4.952-5,4.790-2.381-2,0.682-1.675 2,-2.000-1.100 0,-9.115 1.461 2,-4.463 0.801 3,-1.287 0.274 0,-9.119 2.014 5,-4.942 0.802 10,-2.261 0.394 10,-4.010 0.862-1,-5.903 1.488-6,-5.077 1.311 6,-2.540-0.287-22,-12.847 2.599 6,-4.686 3.461 3,3.766-0.809-2,-4.052 1.142-6,0.662-0.297 1,-1.501 0.069-3,-3.229 0.229 0,-1.290-0.227 2,-4.360-0.096-2,-0.918 0.019 0,0.157 0.270 1,-0.938-0.031 1,-0.682-0.219 1,-0.027-0.326 1,0.395-0.369 0,9.663-0.857 1,0.345-0.130-1,-8.837 1.092 0,3.133-0.027-1,1.399-0.000-1,1.271-0.113 6,1.112-0.182-2,-0.081-0.093-1,1.700-0.282 1,1.638-0.272 0,1.479-0.243 0,0.826-0.207 1,1.594-0.186 1,0.548-0.112-1,-0.040-0.086-1,0.827-0.077-1,-4.304-0.099-1,3.123-0.060 0,1.602-0.002 1,-0.942 0.700 1,3.577 4.362 1,8.571-1.212-2,5.067-0.345-1,-3.092-1.707-2,-0.786-0.438 1,1.065-0.047-1,9.286 1.483-2,2.947 0.246-2,1.775-0.058 2,2.219-0.247 0,1.459-0.350 0,0.864-0.391 0,1.300-0.389 0,-2.938-0.437 5,-0.880-0.257-3,1.906-0.188-1,-6.226 0.023 3,-1.456 0.356 2,-3.400 0.034-1,-1.197 0.083 0,0.349 0.184 1,-1.408-0.039 1,1.411 0.173 1,-5.864-0.635 0,-0.471-0.074 0,3.990 0.305 0,-1.448-0.236-1,-1.354-0.209-2,-1.840 0.692-1,2.191 1.538 1,-1.970 0.047 3,-0.770 0.574-2,-1.555 1.920-1,-8.493 0.792 0,-5.013-0.963-2,-0.247 0.123-1,-3.688 1.061-1,-4.920 1.978-2,-3.578 1.095-1,-2.455 0.449 0,8.804-3.789 3,-1.235 0.282 0,-15.206 4.390-2,11.996-4.395 1,-0.689-0.081 1,-15.008 3.544-2,0.449-1.133 2,14.594-3.968 1,0.504-0.510 2,-14.299 2.270-2,0.580-0.822 0,1.530-0.942 6,10.863-1.881 2,1.240-0.452-4,-7.004 0.160-4,11.763-1.284 2,0.976-0.242 0,-6.827 0.075 4,2.869-0.466 4,5.510-0.345-5,1.733-0.171 0,1.564-0.127 0,0.287-0.123 1,1.576-0.072 0,1.280-0.034 0,-2.858-0.180 1,-0.471-0.020-1,1.536 0.135 0,18.677 0.060-2,-3.869 0.258-2,3.506-0.001-4,1.268-0.002 0,1.937 0.000 2,-3.594-0.002 0,1.053-0.001 0,5.418 0.001-2,1.369-0.001 0,-4.005-0.001 1,0.271 0.000 1,0.162 0.000 0,0.072 0.000 0,7.777-0.001-1,0.612 0.000 0,-0.215 0.000 3,-0.758 0.000 2,-7.816 0.000-2,-0.707 0.000-1,8.830 0.000-1,-3.049 0.000 1,-1.348-0.001 5,-6.363 0.001 3,-0.406 0.000-5,5.445 0.883-3,-1.812 0.501 1,-1.774 0.218 2,-1.174 0.022 0,-0.997-0.105 3,-0.815-0.180-2,-0.633-0.213 0,-1.766-0.316-2,-0.570-0.158-2,-0.535-0.144 1,0.664-0.077-1,-0.676-0.156 2,2.635 0.164 2,-1.345 3.423-2,-8.151 3.903 3,-5.795-2.982-4,-4.889-1.233-1,3.770-2.254 0,-0.631-0.292-1,-3.748 0.002-1,2.074-0.540 2,-0.209-0.171-1,-2.324-0.131 1,0.678-0.111 0,-0.399-0.067 0,-2.560-0.056 1,1.396-0.018 0,0.385-0.012-2,-1.053-0.012 1,1.749 0.016 0,0.249 0.010 1,4.283 0.035 0,0.235 0.004 1,-4.889-0.016 3,1.368 0.016-5,1.028 0.012 0,1.151 0.010 2,1.153 0.008 1,1.527 0.008-1,-4.299 0.001-1,1.999-0.352 3,12.191-5.576 4,4.505 3.141-5,0.100 0.201-2,3.857-1.738-4,3.346-1.677 0,8.959-2.398-2,-4.518 1.857 1,2.243-0.478-1,-1.559 0.769 1,1.664-0.177 0,18.563-4.205-4,1.167 0.839 0,2.079 0.377 3,0.740 0.491 0,-0.172 0.532 2,-18.579 3.546 4,-0.794 0.116 1,15.869-3.443 4,-2.742-0.020-8,-3.693 0.149-1,-15.311 3.469 10,-1.332 0.317 1,3.861-0.782-3,1.770-0.177-2,-3.811 1.079 2,-3.603 0.997 6,-4.100 1.019-2,-2.041 0.604-3,-1.103 0.446-3,-1.864 0.473 6,2.971 0.332-1,-2.053 0.714-5,-1.456 0.361 4,-13.972 0.021-3,-5.456-0.771-8,3.829-0.041 2,0.458-0.006 2,-1.932-0.003-1,-6.551-0.004-3,-3.173-0.001 0,5.368 0.001 1,-1.634 0.000 1,-16.877-0.004-3,-3.959 0.000-1,-2.436 0.001 0,-0.398 0.003 2,4.773 0.001 1,1.192 0.001 0,12.185 0.002 1,0.723 0.000-1,-11.930 0.000 7,3.008 0.001 5,3.266 0.000-9,11.925 0.001 4,0.981 0.000 0,-7.072 0.000 8,4.196 0.000-8,2.062 0.000 0,2.886 0.000 2,0.877 0.000-1,2.049 0.000-1,0.604 0.000-1,1.601 0.000-1,0.334 0.000 0,-4.012 0.000 0,0.096 0.442 1,-0.055 0.692 0,1.082 0.238-1,0.600 0.120-2,0.707-0.017 0,-0.328-0.015 0,0.982-0.259 0,0.503-0.183 2,0.518-0.188 1,-4.954 0.314 1,1.672-0.537 4,2.722-0.382-10,13.166-0.449 6,3.405-0.752 0,-0.933-0.603-4,1.163-0.035-3,1.463-0.009-1,0.988 0.114 1,-4.853 0.511 6,0.010-0.205-5,5.522-1.344 0,-0.913-0.038 1,-1.236 0.193 3,-1.261 0.432 0,-2.409 0.598-1,-0.506 0.213 0,-0.483 0.204 1,0.324 0.123 2,-0.329 0.213 1,0.067 0.141-4,2.230 0.056 1,-15.400 0.892-2,0.017-0.408 1,-0.071-0.051 2,-2.355-0.006-1,3.130-0.008-2,-0.632-0.002 0,-8.985 0.881-3,-2.980 0.499 0,-1.846 0.216 1,7.756-0.634 1,-0.695-0.018 0,-9.371 0.382-3,-2.510-0.142 0,7.943-0.311 3,-0.447 0.202 0,-14.299 1.082 1,12.926-0.839-3,0.203-0.014 1,-11.369 0.744-2,2.707-0.234 6,2.015-0.283 0,2.751-0.295-1,3.015-0.279 2,4.047-0.282 6,2.570-0.188-2,2.313-0.157-2,0.902-0.120-1,2.223-0.108 3,1.291-0.068-1,-3.490-0.088 2,2.990-0.080-8,-0.889-0.070 2,21.856 0.003 5,-3.216 0.198-9,-1.059 0.000 0,1.266-0.001 0,10.173 0.001-3,0.615-0.000 0,1.619-0.001 2,6.639 0.000 0,-1.578 0.000-1,0.339 0.000 0,-9.698-0.001 3,-0.163 0.000-1,-0.465 0.000 2,-0.689 0.000 0,-0.686 0.000 0,-0.667 0.000 0,4.270 0.000 0,-1.202 0.000 3,4.959 0.000 4,-2.457 0.000 1,-5.891 0.000-5,-1.895 0.000-1,-0.048 0.000 1,-2.456 0.000 1,-2.140 0.000 2,-2.132 0.000 0,3.811 0.000 0,-3.171 0.000-1,-0.672 0.134-1,-1.080 0.764-2,0.425 2.008-2,-1.946 1.070 1,-1.565 2.027 0,-3.493 1.010 1,-5.550-1.178-1,-0.131-1.827-1,-0.867 0.813 0,-0.476-0.842 0,0.276-0.760 1,-1.302 0.375-1,1.272-0.949 1,-0.353-0.202-1,-1.463 0.806 0,1.708-0.584 0,-0.012-0.079 0,-1.150 0.260 1,0.630-0.359-1,0.786-0.406 1,0.836-0.406 0,-4.801 0.604 0,0.248-1.153 2,1.637-0.811 2,1.586-0.444 0,14.049-0.374 1,-0.401 0.456-7,1.947 0.009-1,3.710 0.005 0,2.566 0.009-1,-3.881 0.011 1,0.882 0.003 0,13.023 0.001-3,3.067 0.004 1,1.276 0.004 0,1.358 0.003 3,-11.839 0.000-2,0.278 0.000 1,6.506-0.000-1,-0.067 0.001 2,2.640 0.000 4,-0.884 0.000-1,2.027 0.000-4,-7.175-0.001 3,-1.762 0.000 0,-3.916-0.001 1,-1.441 0.000 1,0.250 0.000 1,-1.688 0.000 2,-0.057 0.000 0,-2.032 0.000 1,-1.788-0.001-1,-0.498 0.000-1,-1.685 0.000-2,4.103 0.000 3,-2.934 0.000-2,-1.833 0.000-4,0.589 0.000 2,-0.544 0.000 3,-13.534 0.000-1,0.617 0.000-4,0.198 0.000-2,-2.178 0.000 1,-3.539 0.000 0,-2.033 0.000-1,4.779 0.000 0,-0.946 0.000 1,-5.991 0.000-1,-2.721 0.000 1,-4.774 0.000-2,-1.261 0.000-1,-4.645 0.000 0,2.365 0.000-1,-0.208 0.000 0,9.087 0.000 5,-0.402 0.000 1,-15.651 0.000 3,2.173 0.000-5,-0.725 0.000-1,-4.501-0.884 2,0.927-0.942 0,1.972-0.910-2,1.170-1.265-1,5.254-0.018 6,2.256-0.041 2,9.744 1.447-4,0.940 0.145 1,-7.971-1.152 5,4.203 0.478-2,1.691-0.094-1,2.451 0.241 2,1.851 0.248 1,1.780 0.323-3,2.174 0.208-4,1.077-0.164 1,0.448-0.203 4,0.981 0.139 0,0.824 0.232-1,0.137-0.184-1,-2.111-1.896 1,2.945-1.541-1,10.317-2.474 1,1.985 6.123-3,4.089 0.207-2,10.912-0.783-4,4.284-0.211 0,5.683-0.510-2,14.790-1.438-4,0.782-0.475 1,3.363-1.049 0,-16.492 1.844 3,0.508-0.274 1,17.511-2.632 0,-2.169 0.316-1,3.620-0.888 1,-13.950 1.959 2,-3.823 0.533 9,2.186-1.275 1,-6.848 0.582 5,-6.286 0.834-2,-7.618 1.430-2,-3.668 0.704 16,-3.092 0.668-3,-2.264 0.450 1,-3.066 0.642-26,-15.207-0.583 16,-1.684 1.394-7,-3.355-0.474-8,-1.975-0.333-1,1.266 0.021 2,2.135 0.151 0,2.460 0.216 1,2.432 0.234 1,-1.845-0.274-1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0:35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17937.000 10458.000 767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1:00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18669.000 10382.000 767,'-4.291'4.291'0,"-0.184"0.186"0,1.221 1.188-6,0.864 2.455 5,0.181-0.693-1,-0.576 1.810 0,-1.112 2.935-1,-0.607 0.858 0,0.395-1.197 0,0.021 0.328 0,-0.267 0.240 0,-0.479 0.166 0,-0.182-0.114 0,0.045-0.318 3,0.866-2.071 0,0.232-0.371 0,-0.787 2.819 1,0.580-0.314-2,1.201-3.501 1,0.058-0.583 2,-0.724 1.792 2,0.321-0.832-2,0.694-1.917-2,0.310-0.844 0,-0.520 1.546 4,0.718-2.013-1,0.038-0.039-2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9:21:41"/>
    </inkml:context>
    <inkml:brush xml:id="br0">
      <inkml:brushProperty name="width" value="0.0529194456206428" units="cm"/>
      <inkml:brushProperty name="height" value="0.0529194456206428" units="cm"/>
      <inkml:brushProperty name="color" value="#e9f4ff"/>
      <inkml:brushProperty name="ignorePressure" value="0"/>
    </inkml:brush>
  </inkml:definitions>
  <inkml:trace contextRef="#ctx0" brushRef="#br0">18573.000 10634.000 767,'0.000'6.127'0,"0.000"0.228"0,0.000-0.016 0,0.000 0.762-7,-0.883 2.957 9,-0.427-3.228-4,-0.651 1.670 0,-0.371 1.354-2,-0.153 1.067 2,0.007 1.092 0,0.122 1.060-1,0.542-2.873 1,-0.149 0.359 0,-1.486 8.809-1,0.099-1.816 2,-0.324-0.609-1,-0.134-0.644 1,0.243-1.634 1,0.391-1.769-1,0.628-2.425 1,0.415-1.394 1,0.404-1.239 1,0.159-0.222 3,-0.208 1.615 9,1.644-17.722-7,0.247 0.642-9,-0.031-0.181 0,-0.012-1.718-1,-0.009-1.612 0,-0.022 2.019 0,-0.006-0.873 0,0.000-4.425 1,-0.008-0.318 1,-0.003-3.876-3,-0.013 4.315 0,-0.003 0.794 3,-0.004-0.542-1,-0.004 1.288 2,-0.002-0.170 4,-0.002 2.064-1,-0.002 1.941-1,0.001 1.705 1,-0.001-0.048 0,-0.002-2.638 11,0.002 3.262-17,0.006 13.225 6,-0.221 0.968-2,-3.775-1.040-3,0.824-0.164 2,0.760 0.760-2,-1.517 0.859 1,-1.859-3.787 2,1.064-8.098 1,6.148-5.313-1,1.486 2.658-2,1.141-0.433-2,1.054-0.699 1,0.249 0.588 1,1.120-0.265 4,1.126-1.378-9,0.160-0.514 5,-0.469 0.074-1,-0.838 0.448 0,-1.012 0.063 1,-0.605 0.697 0,-0.301 1.051 1,0.311-0.726 1,-1.409 1.866 6,-0.300 0.487-7,2.609-4.066 3,-0.863 1.650-4,-1.721 2.023 0,-1.049-0.483 3,-1.753-0.952 0,-0.643 1.068 0,-0.124 0.229-1,0.421-0.041-2,-3.469-0.806 1,-0.039 0.265 0,0.925-4.784 0,-1.358 0.588-3,1.108 4.873 2,0.104 0.036 1,-0.585-0.449 1,-0.827-0.303-4,-0.395-0.465 1,-0.068-0.560 0,-1.767-1.983 3,-0.551-1.218-3,0.666-0.247-1,2.964 5.166 3,0.026 0.072 0,-1.869-4.238 2,0.615 1.113-3,-0.021 0.248 1,-0.186-1.006 1,2.082 4.016 0,0.227 0.068-1,-1.233-3.538 0,0.211 0.564 0,0.094 0.706 2,0.674 1.624-2,0.305 0.518 0,-1.509-4.280-1,-1.028-0.206 4,-0.042 1.847-2,0.553 3.041-1,3.073 11.588 4,1.513 0.171-2,-0.174-0.065-1,-0.021 4.336-3,-0.011-3.941 1,-0.001 0.700 0,-0.001-0.769 0,-0.001 0.171 0,0.000 0.953-1,0.000-0.026 0,0.000-0.118-1,0.000-0.174 4,-0.358-0.197 1,-0.577-0.206-3,-0.163-0.931 1,-0.134-0.113-1,-1.284 5.731 3,1.268-5.513-1,0.135-0.215 1,-0.787 6.328-2,1.189-6.147 0,-0.092 3.534 0,0.450-2.105 0,0.222 1.013 1,0.170 3.170 0,0.016-5.463 0,0.007-0.168-1,-0.005-0.036 0,0.031 5.339-3,-0.049-4.414 3,0.010 4.716 2,-0.028-4.775-3,-0.005-0.176 1,-0.004-0.294 0,-0.004-0.082-1,-0.002 0.436 0,-0.002-0.655 1,-0.002-0.031 0,0.000-0.123 0,0.355 0.642-1,0.579-0.114 1,2.083 4.518 0,2.165 0.273 1,-2.182-5.695 0,2.180 4.142-2,-1.651-2.170 1,-1.408-1.582 0,-0.689 0.910 3,2.806-1.533 0,1.858-4.765-1,3.085-0.769-3,-2.993-0.929 1,-0.786-1.808-1,0.815-0.290 1,1.312 0.611 0,0.452 0.871-1,0.847 0.619 0,-1.813 0.640 0,0.175 0.382 1,-0.899 1.168 1,-4.799 5.773 2,-1.621 0.092 0,-0.076-0.919-5,0.117-13.088 5,0.092-0.443-5,-0.004-0.986 0,0.000 1.303 1,0.000-1.583 0,0.000-0.707 0,0.000 0.702 0,0.000-0.631 0,0.000-0.667 2,0.000 0.897-1,0.000 0.852 0,0.000 1.352-1,0.000-0.825 1,0.000 0.351 2,0.000 1.032-1,0.000-0.105 1,0.000-0.148-2,0.000-0.130 0,0.000 0.665 0,-0.334-2.651-2,-3.353 2.890 2,-1.435-0.110 2,-0.524 1.231-3,-1.125 1.997 3,0.597 1.783-3,-0.084 1.341-1,4.119 5.729 4,-2.769-0.289 0,1.199 0.207-3,0.748-0.791-1,-1.295 4.278 0,1.172-2.000 2,-0.476 1.589-2,0.097-0.388 0,-0.352 0.466 0,0.454-0.985 0,0.017 0.360 0,-1.800 4.764-1,-0.139-0.112 0,1.700-4.793 1,-0.110-0.523 3,-2.434 3.985-1,0.469-1.254-1,2.521-4.666 1,0.286-0.323 1,-1.948 4.987 2,1.654-2.464 2,0.397-0.730-2,0.237-0.793-1,0.112-0.777-2,-1.366 3.555 0,0.893-1.536 0,-0.508-2.156 2,-2.605-1.146 1,1.225-8.531-1,5.196-2.328 0,-0.426-0.051-3,-0.020-1.177 0,2.082 0.431 1,1.631-0.557 1,-0.669 2.053-2,0.909-0.884 0,0.291-0.974-2,0.319-0.518 1,0.308-0.188 0,1.337-1.620-1,-0.903 2.173 4,0.152 0.243-1,0.008 0.376-1,0.879-0.582 1,0.287-0.382 1,0.139-0.543-2,-0.411-0.314 1,-0.728-0.144 2,-0.880-0.022-4,0.561-1.009 0,-1.210 2.090 2,0.867-0.769 0,-1.185 2.477 4,-0.229-0.292-1,-0.264-0.294-3,-0.473 0.139 0,-0.493 0.261-1,0.677-1.045 0,1.840-2.204 1,-0.639 0.938 4,-1.259 1.431-3,-0.940-0.496-1,-2.023 1.482 0,-5.926 4.761 2,-0.938 1.606 1,-0.087-0.130-4,-0.266 0.004 0,1.287-4.071 1,3.166-3.029 1,1.922-0.108-2,0.900-0.625-1,0.176 0.843 3,-0.045 0.825-1,-0.066 0.145 2,-0.100 12.086 0,-5.185-2.284-1,-0.622 1.898-4,0.626-1.341 2,1.663 1.876 0,1.014 1.685 1,1.079-0.369 0,0.780-1.028-1,0.478 0.924 0,0.407-0.683 2,-1.097-0.377 1,-5.057-5.195-1,0.943 4.413 0,0.776 1.450-2,0.004-2.102-1,-2.202-0.270 0,0.120-0.052 8,3.291 1.372-7,3.058-12.016 2,-0.070-0.336-1,0.000-0.384-1,0.000-0.102 0,0.000-0.025 0,0.000-1.908 1,0.000-1.238-1,0.000-2.798-2,-0.160 6.421 2,-0.262-0.175 1,-0.318 0.068-1,-0.342 0.233 0,-0.440-1.304 0,-1.435-2.266 0,-1.732-0.304 1,0.224 1.632 4,0.195-0.221-4,1.681 1.858 0,0.657-0.437 2,-3.172 2.908 0,-0.704 6.370 0,5.489 4.480-2,0.386 1.396 1,-0.067 0.261-2,-0.004-0.117-1,0.002 2.627 0,0.002 1.169-1,0.000-5.741 2,0.000 4.460 2,0.000-1.944-1,0.000-1.120 0,0.000 0.458 1,0.000 0.226 1,0.000-0.223-2,0.000-0.423-1,0.000-0.702 2,0.000-0.468-1,-0.885 0.141 1,-2.531 0.806-1,-1.381 0.010 0,-0.531-0.405-1,0.838-0.588 0,1.451-0.643 0,-0.885 0.019 2,-1.531-0.987 2,1.437 1.492-1,3.044 0.377 1,0.862-0.486-6,0.556-12.166 6,-0.450-0.254-4,0.006-1.654-2,0.000 1.585 2,0.000-0.936 0,0.000-4.360 0,0.000 5.604 1,0.000-0.194 0,0.000 0.023 0,0.000 0.258-2,0.000 0.026 1,0.000-2.040 0,0.441 1.507 1,0.692 0.610 1,0.359-0.051 0,0.295-0.376-1,-0.070 0.439 1,1.068-4.359 0,-1.203 2.777-2,-0.632 0.067 1,-0.528 0.146 2,-0.340 0.836 3,-0.264 0.043-9,-0.037 12.987 8,-4.902-2.570-3,0.035 1.182-4,-0.051-0.581 2,1.837 1.653 1,0.968 1.038-2,-0.854 3.831 0,-0.804-0.164 1,0.556 0.740 1,2.079-5.431-1,0.263 0.126 0,-0.342 1.237 0,-0.548 0.754 1,-0.108-1.869 2,-1.467 3.481-3,-0.097 0.811 0,0.553 0.397 0,0.370 0.353 0,0.438-0.329-1,0.447-0.742 1,-0.458 0.523 1,-0.126-0.182-1,0.098-0.616 1,0.236-0.852 1,0.405-1.438 0,0.285-0.794-1,0.279-0.725 1,-0.668-0.568-1,-1.426 2.460 3,-0.814 1.084 2,1.219-2.654-4,0.792-0.461-2,2.919-13.363 8,2.089-1.341-14,0.049 1.020 9,0.797-1.253-4,-1.615 2.906 1,1.145-3.060 0,0.423-0.285-7,0.820-1.367 14,-1.222 2.606-6,-0.449 0.672-2,-0.126-0.194 1,0.480-2.270 0,-0.415 0.115 0,-0.998 3.478 1,0.076 0.388 0,0.994-2.543 0,-0.161-0.016-1,0.204-1.649 4,-0.515 0.461-1,-0.757 1.982-3,-0.362 0.587 0,-0.331 0.575 1,-0.251 0.012 1,0.029-4.983 1,-0.602 1.879 0,-0.300 1.228-1,-0.120 1.509-2,-0.076-0.610 2,0.110 0.398 0,0.144 0.054 1,0.053-0.685-1,0.003 0.865-2,-0.005-0.385 1,-0.002 0.270 0,-0.004-1.743 0,0.000 1.257-1,0.000 0.483 1,0.000-0.629 1,-0.699 0.826-1,-5.301 4.590 2,0.861 5.330-1,4.770 3.548-1,0.514 0.467-1,-0.097-1.297 0,-0.030 2.131 1,-0.016-1.167 0,-0.002 0.260-1,0.000-0.536 0,-0.002-0.245 1,0.002-0.345 0,0.000 1.033 0,0.000-0.524 1,0.000 0.258-1,0.000 0.529 2,-0.297-0.761-3,-2.006-0.567 1,-3.800-3.900 0,0.759 0.927 0,-0.519 2.987-1,2.580 0.265 0,-0.753-1.754 2,-2.485-0.473 1,-0.026 0.184-3,1.830 1.256-2,1.991 1.479 8,2.462-13.303-2,0.264-0.337-5,0.000 0.512-1,0.000-0.849 4,0.000-0.162-2,0.000 1.017 1,0.000-2.006-1,0.000 1.125 1,0.000-0.099 0,0.000-0.235-1,0.000 0.821 3,0.000-1.627-2,0.000-0.524-1,0.000-0.723 0,0.000 1.635 1,0.000 1.275 1,0.000-0.694-3,0.000-0.147 1,-0.352 0.529 4,-4.376 2.842-1,-1.778 3.794-2,-1.381 0.241 0,0.126-0.102-1,1.186 1.744 0,2.552 4.612 3,-2.114-2.602-2,2.481 1.014 0,2.871 3.712-1,-0.649-0.358 1,-1.429-1.883-1,-1.682-0.252-1,1.850 0.747 3,2.398-0.547 1,0.551-0.165-2,-0.262 0.097 0,0.008-0.051 0,0.000 0.150 0,0.000 1.344 1,0.000-1.384-2,0.000-0.124 0,0.000 1.441 2,0.000-0.781 0,0.000-0.459-2,0.000 0.075-1,2.062 1.139 3,2.659-2.642 1,-1.197 0.727-2,-1.671 1.236-1,-1.794-0.219 0,-0.284-0.597 1,0.227-0.056 1,-0.002 0.194 0,0.000 1.311-1,0.000-1.052 0,0.000 0.496-1,0.000-0.898 1,0.000-0.065 0,0.000 0.016 1,0.000-0.015 0,0.000 0.648-1,0.000 0.460 0,0.000-1.065-1,0.000-0.038 0,-0.162 0.377 2,-4.778-1.385-1,-0.128 0.258-1,0.097-0.914 1,-0.380 0.076-1,2.470 0.983 4,4.328-11.824-1,5.141 2.676-3,-0.727-1.982-2,-0.003 1.974 3,0.636-0.434-1,1.194 0.849-1,1.136 1.114 0,0.414 0.937 2,0.418 0.636-1,-3.699-0.160 0,3.436-2.129 0,-3.567 0.458 5,0.658-0.685-2,2.261-0.667-3,2.602-0.050 0,-5.323 1.975 0,0.148-0.237 0,0.095-0.066 0,0.057 0.056 1,4.813-1.254-1,-1.455 0.988 1,0.876 0.526 0,-3.778 0.822 0,0.276-0.211 1,-0.884 0.102-1,0.094-0.034-1,0.066 0.007 0,0.041 0.037 0,1.096-0.113 0,-0.030 0.107 0,3.040-0.696 1,-0.429-0.425 0,-1.526 0.394 1,1.351-0.184-1,-0.039 0.163 0,-0.491 0.057 0,-0.159-0.127 0,-0.178-0.199 0,0.855-0.650-1,-0.769-0.287 0,-0.870-0.247 1,-0.276 0.091-1,2.765-0.833 2,-4.336 2.046 1,-0.069 0.326 1,-0.064 0.320-1,-0.056 0.299-2,-0.126 0.303 0,1.110 0.145-1,-0.137 0.230 0,-0.287 0.184 0,-0.463 0.138 2,-0.165 0.096 1,1.180 0.091-3,-0.223 0.054 1,-0.232 0.025 1,-0.214 0.002 0,3.834 0.067-3,-0.967-0.056 1,-0.740-0.054 4,-0.487-0.044-2,0.600-0.030-1,0.862-0.016 1,2.062-0.010-1,-1.237-0.002-1,-2.269 0.002 0,-1.835 0.002 1,1.098 0.002 2,2.169 0.001-1,-1.094 0.002-2,-1.795 0.000 0,0.516 0.000 1,-0.686 0.000 1,-0.209 0.000 0,0.670 0.000 1,0.963 0.000-2,-2.065 0.000 0,1.220 0.000-1,-0.814 0.000 1,-0.345 0.000 0,0.041 0.000 1,0.844 0.000-1,0.031 0.000 0,-2.029 3.605 1,-3.664 2.605 0,-0.856 1.544-3,-0.469-1.343 1,-0.183 0.316 0,0.121-0.077 2,0.082-0.491 0,0.006 1.342-1,-2.346-1.178 0,-3.211-0.320 1,1.612-0.779-1,-1.049 0.461-2,-0.368-1.107 0,-0.488-0.507 2,1.401 0.574 1,-2.172 1.142 0,-1.487-0.313-2,-0.761-0.047-1,0.353-0.482 1,2.727-2.376 0,-0.215-0.334 2,-0.016-0.364-1,-4.798 1.487-1,0.392 0.502 0,-0.197-0.254 2,0.361-0.871-1,-0.385-1.029 0,4.327-1.111 0,-3.012 1.041 2,0.558 1.133-2,0.204 0.474 0,-0.013 1.265 1,0.474 0.494-2,1.468-1.224 0,-0.711-0.859 2,1.264-1.978 0,-1.211-0.830 0,0.690-0.334 0,0.138-0.009-1,-0.472 0.103 0,0.032 0.081 1,-1.448 0.037-2,0.025 0.013 0,-0.440 0.003 2,0.467 0.001-4,0.079-0.001 3,0.044-0.002 1,0.856-0.001 0,-1.173-0.002-1,14.757 0.000 6,2.332 0.000-8,0.759 0.000 0,0.190 0.000 0,0.575 0.000 0,-0.239 0.000 1,0.425 0.000 0,-0.310 0.000 1,-0.392 0.000 1,-0.834 0.000 0,-1.017 0.000-2,-0.575 0.000 1,2.203 0.000 0,-1.322 0.000 1,-0.366 0.000 0,1.434 0.000-1,-1.137 0.000 0,-1.532 0.000 0,-0.443 0.000 1,1.917 0.000 0,-0.170 0.000-1,-1.311-0.206 0,-0.236-1.189 0,-0.784-2.531 0,0.751 0.354 0,0.928 1.324 1,-0.679 1.381-2,1.487 0.758 0,-1.634 0.250 2,0.536-0.021-1,-0.484-0.064 1,0.758-0.038-1,-0.762-0.024 0,0.180 0.001 0,-0.421 0.004 0,-0.052 0.001 0,-0.648-2.705 1,-1.863-3.899 0,2.770 4.606-2,0.669 1.038 0,-0.853-2.025 0,-1.876-2.034 2,1.364 2.280 0,1.364 1.439-1,-0.577 1.547-1,-3.840-6.138 2,0.148 0.087 0,3.942 5.421-2,-4.004-5.320 1,-2.168-1.323 1,1.363 0.707-3,2.035-1.187 0,1.311 0.030 1,0.994 0.099 0,-0.586 1.354 1,0.756-0.462 0,1.888-1.692-1,-0.417 0.516 0,-0.108 0.136-1,-0.718 0.684 1,-0.526 0.480 3,-0.325 0.281 0,-0.753 0.724-1,-0.244 0.228-1,0.176-0.016 0,-0.052 1.018 0,1.720 0.883 1,-1.083 1.345 0,-4.202-4.395 1,-2.044-0.153 0,0.348 0.425-3,-7.420 2.943 2,-1.259 2.622-2,0.714 0.007-1,2.256-1.431 0,-0.656-1.578 2,-0.379-0.998 3,-0.733-0.411-4,-0.720 0.725-2,-0.438 1.236 3,1.135 0.204 0,1.356-0.872 1,-1.495 0.112 1,1.241 1.437-2,-0.745 0.698-1,-2.701 0.421 0,1.280 0.554 1,-0.844 0.266-2,-0.496 0.174 3,-0.296 0.045-1,1.001-0.025 0,0.031-0.024 2,0.563-0.033-5,1.293-0.027 3,1.151-0.017 1,-1.630-0.010 0,1.459-0.003 0,-0.857 0.002-1,1.093 0.004 1,-1.025 0.000 1,13.584 0.000 1,1.768 0.000-3,-2.098 0.000-2,-0.116 0.000 0,1.442 0.000 0,-0.617 0.000 3,2.625 0.884-2,0.908 1.350-1,0.299 0.391 0,-0.477-0.212 1,0.245-0.452 1,-4.050-1.207 0,0.228-0.188 0,-0.050-0.163 2,-0.220-0.133-1,0.564 0.543-2,0.406 1.063 1,1.528 0.873 1,0.085-0.182 1,0.007-0.578-3,0.372-0.625 0,-1.120-0.700 0,-0.598-0.442 3,-0.641-0.224-1,-0.643-0.077-1,-0.145 0.347 1,1.001 2.043-2,0.011 0.836 0,-1.132-0.441 1,0.879-0.180 0,-1.582 0.327 0,-4.137 3.062 3,-1.593 0.396-2,0.229 0.178-2,0.173 0.023 1,-0.008 0.148 1,-0.004 0.370-1,0.000 0.767-1,0.000-1.737 0,0.000 2.186 0,0.000-0.253 0,0.000 0.016 3,0.000 0.478-2,0.000-0.309 0,0.000-1.267-1,0.000 1.876 1,-0.787-0.334 1,-1.553 0.065-2,-1.344-1.354 0,-0.814-2.248 0,-1.906-0.071 2,0.760 0.817 1,0.220-2.057-1,0.242 2.036-1,0.241 1.929 1,1.339-2.639-3,-1.947 0.188 0,-1.476-2.630 3,0.347-2.225 0,-0.935-0.483-1,0.691-0.092-1,0.791-0.094 1,4.348-5.941 2,1.943 0.052 0,0.748-0.100-3,5.065 1.567 1,-0.284 0.679-1,1.704-2.170-1,0.531-2.147 0,0.632 0.347 1,-2.145 2.175 1,-1.323 0.885 0,-0.212-0.378-1,1.775-0.518 0,0.298-0.391 1,-0.595 0.811-1,0.044 0.449 1,-0.339 0.531-1,-0.186 0.265 1,-0.233 0.198 0,1.028-0.517 0,-0.623 0.765 0,-0.648 0.803 0,2.460-0.837 1,-2.687-0.037 1,-0.314-1.241 1,0.935-1.258-2,-0.239 1.463-2,-0.351 1.722 1,0.848 0.071 1,-5.283-3.085 0,-7.698 2.377 1,-1.349 3.578-2,-0.467 0.223-2,2.642 0.074 1,-1.284 0.019 0,-0.565-0.001 1,-1.784-0.002 0,-1.011-0.006 0,-0.248-0.006-2,2.157-0.008 2,-0.437-0.003-1,-0.288-0.003 3,1.447-0.002-1,0.855 0.000-2,-1.412 0.002 2,1.536 0.000 0,-0.274 0.000 0,1.127 0.000-1,-2.444 0.000 0,1.215 0.000-2,0.081 0.000 3,1.611 1.788 1,3.097 5.426-1,-2.607 0.359-2,-0.236-0.138-1,0.748-0.143 1,0.906-0.087 0,-0.028-0.159 1,0.651-1.788 0,0.440 0.886 0,0.243 2.333 1,1.085-0.193-1,0.818-0.164-1,0.502-0.958 1,0.299 1.002 1,0.142-0.871 2,-0.115-13.489 1,-0.121-1.025-4,0.000 0.034-2,0.000 1.091 1,4.602-0.562 1,-0.436 2.084 0,2.183-0.091-2,-0.673 0.391 1,-3.139-2.494 3,0.027-0.156-2,1.478-1.894-1,-1.041 0.814 0,0.988 1.053 0,0.657 0.010 1,0.714-1.133 1,0.362 0.490 0,-0.442 1.037-3,-0.476-0.875 1,-0.261-2.381 0,-0.121-0.141 1,0.154 2.315 0,-0.660-0.739 3,-1.431 0.539-3,-1.220 1.887 3,-4.816 11.732 0,-0.921-1.513-6,1.626 3.156-4,1.901-0.778 12,-0.524 0.275-5,-1.713-0.380 0,0.413 0.165 0,0.415 1.402-2,0.763 0.019 3,0.798-1.385-2,0.470 0.506 0,0.368-1.009 2,0.100 0.980 1,-0.038 0.030-1,-0.050-0.831-1,-0.061-0.218-1,0.004 0.005 0,0.000 0.134 3,2.660-0.703-1,3.442-5.871 0,0.915 0.224-1,-1.380-2.516 0,-3.672-3.887 0,-1.164-1.197-2,-0.676-0.929 0,2.207 0.842 2,1.043-1.578 0,-1.125 1.440 0,-0.311-3.225-3,-1.171 4.424 3,-0.210 0.158-1,-0.001-3.428 1,-0.280-2.784-1,-0.242 5.590 1,-0.048 0.551 0,-0.085-4.539 0,-0.015 1.878-1,0.037 2.380 3,0.013-1.450 0,0.030-1.246 0,0.017-0.529-3,0.014 0.617 0,0.004 1.256 1,0.002 1.741-1,0.002-0.359 2,-0.004 0.475 0,-0.223-0.156 0,-1.443 0.477 1,-4.156 4.359-2,2.273 6.645 1,2.817 1.805 0,0.546-0.570-3,-3.136-1.007 2,-0.674 0.816 1,0.681-0.737-2,-1.199 2.809 0,0.909 1.028-1,0.995 0.396 2,-0.034-0.383-2,0.597-3.257 1,0.016-0.077 1,-1.473 5.812 1,2.072-5.160-1,0.313-0.154 0,0.285-0.290 0,-0.352 4.496 0,-1.203-1.686 0,-0.751 0.588 1,0.325-0.401-1,0.805-0.732 0,0.858-0.753-1,0.677-0.477 2,0.354 0.567 0,0.160-0.635 0,0.108 1.441-1,-0.952-1.834-1,-5.142-5.115 4,0.556 3.780-1,-0.285-0.126-3,2.061-0.183 0,1.716 1.916 1,-1.776 0.538-1,0.104-2.464 2,-0.152 1.905 0,6.335-12.962 2,5.554 1.827-8,-1.545-0.198 5,-0.596-0.238-2,-1.322 0.406 1,-0.177-2.393 0,-0.401 1.923 2,2.013-0.975 1,2.003-0.254-3,0.193-1.018 0,-3.178 2.137 1,-0.008-0.189 0,-0.181 0.051-1,-0.272 0.195 0,3.352-2.214 0,-0.391 0.984 0,-1.750-0.659 3,-0.527-0.925 2,0.030 0.414-4,-1.589 1.030 0,1.441-1.212 0,-1.079 2.790 1,-0.188-1.648 1,-2.586 13.200 1,-1.412-0.160-5,0.004 2.376 0,0.002-0.696 1,0.000-0.828-1,0.000 0.655 1,-0.004-0.681 2,-0.137 0.372-1,-0.830-1.036 1,-2.370-0.169 0,-1.058 0.422-1,1.924-0.829 2,1.460 0.003-3,0.206-0.335-1,-6.127-5.342 5,0.497-0.778-2,-0.216 0.048-2,0.323 0.026 1,-1.324 1.836-1,-0.340 2.164 0,-2.336-0.734 1,0.380-1.452-1,1.280-0.839 0,1.586-0.524-1,0.914-0.290 1,0.108-0.170 3,-2.436-0.120-1,0.232 0.018 1,1.186 2.804-3,0.092 1.965 3,0.281-1.467-3,-0.426-1.535 1,1.025 0.544 1,4.106 4.535 0,2.051-0.544-1,0.033-0.141-1,6.199-3.323 2,-0.923 2.911 0,-1.691 0.138-2,0.009 0.643-1,-0.979-0.586 1,-0.343 1.344 0,2.396-2.288 2,1.724-4.023 1,-0.470-1.385-2,-0.002 0.535 0,-0.666-4.592 0,-1.148 0.112 1,-1.812-1.276-1,1.536 0.335-1,2.391-1.471 1,-0.444 0.662 0,-1.271 1.510-1,1.492-1.084 0,-0.775-0.188 2,-0.610 1.788-2,0.973-2.958 1,-2.062-0.319 0,0.331-1.342-1,0.581 0.773 0,1.114 2.228 0,-0.272 1.775 2,-0.038-1.392 1,-3.105-1.710 0,-1.803-1.289-2,-0.619 0.777 0,-0.036 1.315-1,0.063-1.869 2,0.139 0.755-1,-0.324 1.319-1,-2.028-0.178 1,-0.812-0.608 0,0.617 0.118-1,0.819 1.043 0,-2.565-2.268 2,0.783 1.241-1,-0.270-1.335 0,-0.378 1.240-1,0.031-0.136 1,-0.680 1.091 0,-0.363 2.258 0,-2.643-1.265 0,1.306 0.591 2,0.975 1.129-2,-1.173 0.621-2,1.414 5.546 2,5.799 3.303 3,-0.485-0.017-1,0.590 1.036-2,1.246-0.704-1,3.219 0.644-1,-0.828-2.888 0,0.277 0.723 2,0.139 0.091 0,0.045-0.320-1,-0.023-0.561-1,0.526 0.214 2,0.734 0.480 0,-0.130-0.153 0,-0.326-0.253 0,-0.416-0.290 1,2.568 3.117-2,-2.884-0.751 0,-1.920-1.296 3,1.296 2.097 1,-0.929-1.883-3,-0.090 2.292 0,-2.283-0.817 1,-6.752-5.342 1,0.332-4.140-1,5.361-5.042-1,0.292 0.916-1,0.003-1.151 0,-1.834-0.449 0,-1.976 1.366 0,-1.774-1.035 1,0.477-0.702-1,1.425 0.266-1,1.300-0.160 2,0.841-1.847 0,0.715-0.933-1,0.518-0.480 0,0.275 4.729 1,0.058-0.227-1,0.036-0.056 3,0.031-1.438-1,0.043-3.258-2,-0.055 2.800 1,-0.037 1.380 0,-0.013 0.219 0,-0.014 0.403-1,-0.014-0.098 1,-0.012 0.640 0,-0.007 0.272 0,-0.006 0.331 0,-0.003-4.873 2,-0.009 2.127-3,-0.003 1.797 2,-0.005-0.759 0,-0.123 0.403 0,-5.078 2.710 1,-0.883 7.248 0,5.215 4.006-1,1.034 0.894-2,-0.083 0.396 0,-0.029-0.162 0,-0.016 1.006 0,-0.011 0.570 0,-0.010 1.727 0,-2.090-1.253 0,-1.830-0.503 3,-1.151-1.642-2,-0.144 0.346-1,1.002 0.044 1,1.662-0.675 0,1.311-0.121 0,-1.329-0.663 1,-1.651-1.732 2,-0.439-0.789-3,-2.124 1.060-2,-0.840-2.024 0,-1.053-1.406 4,1.867 1.266-2,-0.011-0.192 0,-0.821-0.175 0,-0.457 0.757-1,-0.945 0.551 0,3.181-1.074 0,-0.888 0.572 1,0.151-0.132 1,0.411-0.372-1,0.534-0.483-1,-2.544 1.118 0,1.444-0.126 0,0.117 0.219 3,-1.269-0.435 0,0.976-1.120-1,-0.914-0.680-1,0.606-1.183-1,0.892-0.451 3,1.889 5.049 0,2.509 2.735-1,-1.339-1.462-3,-2.531 1.019 1,0.179 0.683 0,1.693-0.836 1,0.899 0.890-2,1.225 0.400 1,1.044-0.144 2,0.655-0.817 0,0.213 0.230-1,0.111 0.706 1,-0.012-1.019-2,-0.056-1.162 1,-0.030 1.076 1,-0.074 0.263-1,-0.060-14.232 0,0.623 0.421 1,2.288 0.945 0,0.603-2.596-1,1.120-1.137-2,-0.226-0.896 0,-1.137-1.837 0,-1.801 4.032 4,-0.269-0.378-4,0.662-2.923 0,0.142 1.244 1,-0.157 0.933-1,-0.083 0.139 3,-0.002-1.103-1,-0.253 0.224 0,-0.273 0.422 0,-0.196-0.845 0,-0.284-0.105 1,-0.243 0.783-1,-0.179 0.753 0,-0.136 0.864-1,-0.096 1.647 1,-0.070-4.605 1,-0.090 2.200 1,-0.021 0.983 1,0.003-0.597-2,0.018-0.802-1,0.023-1.966-1,0.030-0.209 1,0.017 1.232 1,0.010 4.017-3,0.004-4.861 2,0.002 2.218 7,0.002 1.772-12,-0.006 13.336 10,0.000 0.973-4,0.441 4.131-4,0.694-4.222 1,0.902 4.456 0,-0.935-5.174 1,-0.016 0.300-2,0.363 3.792 1,-0.172 0.627 1,-0.261-0.877 0,-0.184-0.495 1,-0.176-0.710 0,0.161 0.027-1,0.306-0.501 0,0.408-0.377 2,0.272-0.082 0,-0.049-0.760 0,-0.176-0.764-1,-0.258-0.871 0,0.575 3.875 4,-0.878-1.558-2,-0.581 0.009 0,-0.329-0.920-1,-0.160-1.163-1,-0.116 1.295-1,0.016-0.416 2,0.106 0.082 1,0.120-0.837-2,3.358-0.969 1,2.991-5.541-1,-4.168-6.164 0,1.963 1.109 1,0.896-0.661-1,-2.990-1.705-1,-0.185 0.299-1,1.210 0.486 1,-0.085-0.959 1,-0.772 0.184 0,-0.905 0.847-1,-0.544-1.392 0,-0.813 0.575 3,-0.236 0.405-1,0.119 1.060 0,0.063 12.478-2,0.025 0.160 1,0.000 0.157 1,0.000-0.344-2,0.000 3.674 0,0.000-0.608 0,0.000-1.151 2,0.000 1.202-4,0.000 0.726 3,0.000-0.900 1,0.000 0.334-2,0.000-0.178 1,0.000-0.252 1,0.000-1.051-1,0.000 0.059 0,0.000-0.918 1,0.000 0.650-1,0.000-1.357 1,0.000-12.569 3,0.000-1.014-2,1.871-0.782-4,1.780 1.917 0,1.157 0.353 1,-0.603 0.968 1,-0.336-1.073 0,-0.640-2.799-1,-0.936 1.545 1,0.596 1.440 0,1.366-1.944 1,-1.866 0.892 0,-0.670-1.762-2,-0.905 0.413-1,-0.449-1.547 2,-0.277-0.375 0,-0.142-1.453-1,0.540 0.459 0,1.239 0.577 1,-0.255 4.038-1,-0.050 0.126 1,-0.058-0.315 0,-0.128-0.313 0,-0.099-0.519 2,-0.206 0.208-3,-0.196 0.352-1,0.142-3.937 0,-0.412 0.773 4,-0.297 1.603 0,-0.131-0.247-1,-0.090-1.796-2,-0.054-1.690 1,0.048 5.318-1,0.007 0.036 1,-0.026-4.786 2,0.033 2.491-2,0.025 2.228 0,0.016 0.464 1,0.016 12.540 3,-0.010 0.101-1,0.000 2.289-6,0.600-0.829 1,0.525-0.901 0,0.248 0.473 1,0.260 1.560-1,0.099 1.196 0,-0.193-0.203 1,-0.348-0.873 0,-0.273-0.920 2,-0.187-0.479-1,-0.171-0.560-1,0.753 0.441 3,0.158-0.904-1,0.109-0.139-2,0.037-0.023 2,-0.119-0.345 0,-0.176-0.373-1,-0.087 0.187 0,0.477 4.319 0,-0.825-1.963 1,-0.559-1.652 0,-0.337 1.189 0,-0.148-0.711 0,0.024 0.388-1,0.073-1.512 1,0.046 0.626-1,0.020 0.914 4,-0.004-14.287-2,-0.002-2.792-6,-0.596 2.470 3,-1.595-0.905 0,-0.774-1.084-2,-0.275-0.479 1,0.060-0.497 1,0.274-0.028-1,0.390 0.270 0,0.216 1.936 1,-0.253-0.231 2,0.061 0.439 0,0.173 0.547-1,0.245 0.590 0,0.371 0.475 1,0.064-0.767-1,0.338 0.315 0,0.307 0.363 0,-1.508-5.000 5,-1.613 0.366-7,-1.063 1.418 3,0.829 1.897-1,0.023-1.769-1,1.478 0.703 4,0.063 2.180-3,-0.766 1.263 1,-0.803-1.007 1,-0.604-0.197-2,-1.324 4.229 0,-0.093 3.602 0,1.377 2.801 0,1.994 1.253-1,1.260 2.080 0,-1.906 5.772 1,1.732-4.394-2,-0.567 1.285 1,-0.507 0.518-1,0.352-2.231-1,-0.267-0.226 1,-0.245-0.441 3,-0.182 0.089 0,0.273-0.476-1,0.517-0.973-1,0.405-0.635 1,-0.933 4.280 3,1.773-4.448-2,0.252 2.869 1,0.707-1.133 0,0.383-1.267-1,0.291 1.518-2,-0.021-1.478 2,-0.073-0.152 1,-0.250-12.536 1,4.123 1.282-2,1.610-1.414-4,-0.498-3.120 1,-1.032-0.897-1,-2.543 4.439 2,-0.365-0.760 0,0.848-2.505 0,-0.195 2.912 3,0.019 0.120-1,0.037-0.507-2,-0.273 0.127 1,0.615-4.155 0,-0.969 1.964 0,0.162 1.915 1,1.389 0.359 1,-0.219 0.201 0,-0.255-0.836-3,-0.671-0.054-1,-0.835 1.125 1,1.069-0.529 2,5.558 0.597 2,-2.303 0.045-3,-1.261-1.136-2,-0.725-2.795 2,-1.593 2.188-2,0.872 0.684 2,0.480-0.776 1,-0.388 0.172 0,0.677-0.633-2,0.694 2.830 1,-0.044 0.299 1,-0.421-0.525 3,-2.381 12.246-3,-1.791-0.033-2,-2.268 0.078-1,-0.302 1.015 1,0.200-0.474 0,-0.183-0.814 0,-0.261-0.877 1,0.019-0.497-1,0.166 0.909 2,1.841 0.399 1,1.407 1.685-2,0.186-1.765 1,-0.026 0.420-2,-1.736-0.557 0,-4.932-5.035 4,2.430 4.453-3,-0.012 2.166-1,0.782 1.091 0,0.862 1.135-1,0.936 1.936 1,0.348-4.154 0,-0.613 0.632 0,-0.385-0.351-1,-0.459-0.078 3,-0.399-0.375 0,0.196-0.932-2,0.211-0.487 1,0.327-0.469-1,-1.143 4.182 1,1.409-1.692 3,-1.214-1.808-2,-0.300-1.213 2,-0.255 1.439-3,1.973-0.027-1,1.175 0.329 1,1.061-12.945 0,0.365-1.027 2,2.754-0.779-3,-0.596 0.137 1,-0.085-1.132-2,0.966-1.501 1,-1.875 4.044 1,0.010-0.118-1,0.170-0.108 0,0.219 0.070 0,0.120 0.564 0,0.382 0.044 0,1.579-3.550 0,-1.245 2.148 2,0.019-0.040-1,0.004 0.203 1,-0.008 0.361-2,-0.345 0.752 0,-0.247 0.346 1,2.975-5.608-1,0.137 1.582 2,-1.217 1.024 4,-0.903 0.528-4,-0.097 2.341-1,0.404-0.484 1,1.387-0.369 0,-0.230 2.271-2,0.245-0.714 1,-1.964-0.222 1,2.093 0.980 1,2.034 3.974-1,0.334 1.886-1,-2.411 2.428-1,-0.902 1.517 0,0.145-0.037 0,1.070 1.000 2,-2.191 0.040-1,-1.446-0.811 0,0.865-0.376 0,0.968 1.382-1,-0.325-1.399 1,1.023-0.123 0,1.260 2.255 1,0.284 0.444-2,-1.301-0.391 0,-1.301-0.617 0,0.330-1.721 1,1.337 0.137 2,-1.817 0.086 0,-1.680 2.302-2,-1.647-0.102-1,0.528-0.332 1,3.007-1.896 1,1.249 0.344-1,-2.436 2.240-1,-1.992-0.515 2,-0.442 0.638-1,-0.109 0.006-1,0.940-0.740 0,3.156-1.777 2,0.034 1.263 0,-1.639 0.055-1,-1.458-0.567-1,-0.847 1.070 1,-0.259-1.064 0,0.085 0.231 0,-0.547 0.654 1,-5.219-5.295-1,-0.355-3.155 0,-0.637-3.051 0,0.328 0.463 0,-1.838-0.182-1,2.563 1.826-1,-1.530-0.824 0,0.717-0.162 0,0.383-0.483 2,-0.798-0.541-1,-0.431 0.232 1,0.791 0.585 0,0.251 0.153 0,0.373 0.118 2,0.435 0.092-2,-4.180-2.095-1,0.243 1.082-1,0.618 1.481 5,1.745 0.543-1,0.750-1.275-1,0.373 0.527 0,-0.086 0.657 0,0.121-0.949-1,0.951-0.799 0,-2.378-0.739 1,0.474 2.296-2,1.033 1.685 1,-2.871 0.744-1,0.271 0.130 3,1.140-0.075-3,0.055-0.070-1,0.529 0.008 3,3.417 5.088 1,3.666 1.738-1,-0.230 0.118-1,-0.018-0.907-1,0.004 0.893 0,0.680 1.192 1,2.775-2.711 1,0.488-0.371-1,-1.136 1.335 1,-1.440 0.368-2,-1.351-0.718-1,-0.282 0.398 3,0.276-0.388 0,-0.008 0.640-1,0.000 0.066 0,0.000 1.226-1,0.000-1.920 1,0.000 0.079 0,0.000 0.044 0,0.000 0.064-1,0.000 0.073 1,0.000 0.530 0,0.000 0.160 0,0.000 1.172 0,0.000-1.282-1,0.000 0.772 1,0.000-0.645 0,0.000-0.825 2,-3.551-1.278 0,-1.138 1.120-2,0.484-1.273-1,-1.803-1.983 0,-0.053-1.255 1,0.485 3.731 0,1.629 1.043 1,-0.118-0.191-2,-2.446-2.894 2,0.579-2.073-1,-0.212-1.097-1,-0.024-0.423 0,-0.819 0.178 2,-0.093 0.148 0,0.344 0.007-1,-0.334-0.007 0,-0.309-0.002 0,0.611 0.000-1,-0.156 0.000 1,0.704-1.688 0,3.942-4.287 2,4.761-0.442-2,2.411 1.072-1,-1.615-1.641 0,-1.866-1.825 3,-0.103 2.185-4,0.637 0.795 0,1.768-1.147 1,-0.771-0.228 1,-1.444 0.746 1,0.582 0.429 0,2.006-1.077-1,-0.756 1.564 0,2.048-0.436 1,-0.635 2.220-1,-0.876-3.779 1,-2.371-0.182-1,-1.244 1.386-1,-0.452-0.508 1,0.017-0.128 1,0.126 0.209-1,0.041-0.530 0,0.018-0.106-1,0.002-0.424 1,-0.002 0.078 0,-0.004-0.062 0,0.000-0.938 0,0.000 0.907 0,0.000 1.078-2,0.000 0.512 1,0.000-2.160 2,-0.596 2.076-1,-2.029-0.913 1,-0.765-0.961-1,-1.311 1.127-1,-0.587 1.281 1,1.320 0.972 0,0.048-0.702 1,-1.762 2.319 1,-1.058 1.920-2,0.691 1.545 0,1.129 3.961 0,4.627 3.214 2,0.328-0.477-3,0.004-0.661 0,0.000 1.343 0,-0.009 0.897 0,-0.013-0.447 0,-0.005 1.261 0,-0.006 2.384 2,-0.004 0.411-2,-0.002-5.575 0,0.000-0.420 1,0.000-0.087-1,0.000 5.492 0,0.000-0.963 0,-0.002-0.164 2,0.002-4.195-1,0.000 5.584 2,0.000-0.740-1,0.000-1.582-2,0.000-1.629 0,0.000 1.659 1,0.000-0.377 3,0.000-1.393-2,0.000-0.849-3,0.000 1.052 2,0.000-0.576 1,-0.127 0.324 0,-0.750-0.854-1,-2.103-0.283 1,-2.298-0.946-1,3.149 0.800 2,1.299 1.155 0,4.731-13.309-1,1.058 0.332-4,-1.024-2.914 2,-0.009-1.342-1,-2.164 3.916 1,0.816-2.175 0,0.892 0.159 0,0.054 0.362-1,0.060-0.197 1,-0.293 0.357 2,-0.291 0.230-2,-0.367 0.325 0,0.757-1.122 0,0.202-0.269 1,-0.318 0.495 1,-0.470 0.604 0,0.716-3.186 0,-1.061 1.678-1,0.135 2.630 1,0.279-0.483 2,0.412-2.334-2,0.760-0.554-2,0.500-2.200-1,-2.602 5.253 2,1.528-4.460 0,0.406 0.831-1,-0.401 0.870 0,-1.558 3.220 2,0.865-4.932-1,-1.208 0.671 1,-0.837 2.300 0,1.111-0.262 0,1.190-2.249-3,-0.169-0.171 3,-1.484 4.191-2,0.087-3.961 1,-0.627-0.844 1,-0.483-0.352-1,-0.271 0.469-1,-0.145-0.499 1,-0.064 0.437 0,0.013 2.417-1,0.032 1.438 1,0.017-0.496 1,0.026 1.327 1,0.017-0.934-2,0.028 14.788 7,-0.174 1.190-10,-1.407 0.082 1,0.192-2.666 0,-0.539 3.180-1,0.375 1.200 2,-0.082-0.099 0,-0.420 0.382 0,0.607-3.648 0,-0.017-0.045 0,-0.672 3.453 0,0.162-0.381-1,0.754-3.495 1,0.111 0.084 0,-0.328 4.049 3,0.280-0.032-1,0.257-0.207 0,0.227-0.566-2,0.193-0.767 1,0.158-0.853-1,-0.755 3.126 0,0.003-5.528 1,-1.394 5.017 6,0.793-3.324-4,0.424-1.134-1,-0.206 2.390-1,0.585-1.978 1,0.163 0.086-1,0.114 0.636-2,0.164-0.379 2,0.135-0.495 0,0.107-0.530 0,0.049 4.882 0,0.158-0.460 1,0.055-0.644 1,0.002-1.107-1,-0.016-0.942-3,-0.021-0.375 2,-0.461 0.171 2,-2.352 1.160-1,-0.674-0.371-2,0.710-1.317 0,-0.175 0.482 0,-0.753-1.536 2,-1.407-0.930 1,2.181 0.496-1,2.520 0.205 1,0.575-12.264 0,5.084 2.888-1,1.183 3.191-3,2.083 0.083 0,0.421-2.722 1,-0.830-0.462 2,0.873 0.615-4,1.389 0.611 1,0.627 0.562 2,0.305-0.942 0,-4.360 0.509-1,-0.305 0.025 0,-0.511 0.176 0,3.783-0.722 0,-1.910 0.976 3,0.547 0.605 0,0.251 0.479 0,-1.378 0.286-1,-1.438 0.112-1,0.235 0.062-1,0.109-0.021 2,-14.410-0.146 4,-2.032 0.890-7,3.511 0.500 0,-0.597 0.218 0,0.093-0.087 1,-0.319-0.086-1,-0.250-0.146 1,-2.279 0.138 0,2.294-0.592 3,-0.001-0.170-5,-2.447 0.020 1,1.185-0.329 5,0.803-0.139-3,0.064-0.083 0,-1.129-0.064 1,-0.353-0.060-2,0.619-0.038 1,0.789-0.020-1,0.643-0.005 2,1.249 0.007-1,-5.284-0.041 0,0.218 0.013 4,2.334 0.031-5,2.186 0.024 1,-1.456 0.013 1,0.536 0.015 1,1.566 0.003-1,-0.630-0.000-1,-0.251-0.005 0,-0.381-0.001 1,0.790-0.036-2,0.693-1.341 1,6.172-4.861 1,0.128-1.461 0,2.331 1.548-1,2.027-1.272-2,-0.105 0.429 0,-0.286-1.041 1,-0.763-1.897 0,-1.279-0.619 2,-0.854 4.200-2,2.068-4.572 0,-0.248 0.871 2,-0.802 0.073-1,0.005 0.945 0,0.516 1.100 2,0.454 0.154-4,-0.863 0.952 1,-1.116 0.988 3,-0.672-0.347 0,-0.471-0.532-1,-0.305-1.019-1,-0.163 1.334-1,-0.093-0.625 1,0.054 0.211 0,0.106-0.175 1,0.036 0.105 0,0.000 0.402-2,-0.006-0.429 1,0.000-0.296 0,0.000 1.156 0,-2.189-0.078 0,-3.813 1.285 2,-0.399-0.227-2,0.034 2.329-2,-0.020 1.763 2,0.102 1.350 0,0.166 3.488 1,0.892 1.828-1,2.931 0.104 0,-1.402 2.427-1,0.784-0.252 1,0.254 2.661-2,0.764 0.406-1,0.734-0.456 2,0.552-0.101 2,0.411-0.336-1,0.199-0.767 2,0.078 0.263-2,0.029 1.635 0,-0.021-0.537-1,-0.017-0.602 1,-0.018 0.647-1,-0.024-0.492 1,-0.019-0.591 2,-0.006-1.151-2,-0.004-0.388 0,-0.002 2.655 0,0.000-1.394-1,0.002-2.740 2,-0.281-0.545-1,-1.991-0.473 1,-1.146-0.549 1,-0.539 0.870-2,1.801 0.368-1,1.895 0.955 2,-1.392-1.498 1,-4.626-5.866-2,12.595 0.030 2,-4.692-6.631-2,-1.259-0.795-1,1.809-0.422-2,0.937 1.426 3,-0.250-0.173 0,0.501-1.814-1,0.806-1.120 0,0.681 0.485 0,-0.669 3.129 0,3.369-2.404-1,-1.627 1.382 2,-0.781-0.603 3,1.003-0.529-3,-1.040-0.286 0,-1.676 0.226 0,-1.290 1.397 0,1.185 1.731 0,3.208-0.841 3,-0.070 1.037-4,-1.369-1.633 0,-1.114 0.843 3,1.696-0.105-1,-2.123-0.202-1,-1.906-1.703 0,-0.919 1.174-1,4.124 2.379 2,-0.303-1.738 0,-5.299-0.314-1,-5.656 6.193 1,-0.924 0.019-1,0.818-0.076-1,0.198-0.004 0,0.480 4.047 0,1.256 1.131 3,0.174-0.758-3,-0.172 1.043 1,-1.563-1.155 0,1.608 0.316-1,-2.104 0.787 2,0.590-1.132-2,-1.187 0.093 0,1.215 0.109 0,0.856-0.847 0,-2.944 2.036 1,2.213-1.703 0,-0.581 0.223-1,0.260 0.096 0,0.389 0.269 0,-0.188 0.394-1,0.444-0.434 1,0.398-0.610-1,-0.320 0.642 4,-0.314 0.569 1,-2.079 1.213 0,1.162-1.085-1,1.257-0.870-3,0.794-0.389 0,0.008 0.335 0,-0.151 0.361 2,-0.282 0.203 0,3.087-10.572 3,7.164 1.819-3,-0.579-1.143-1,-2.587-2.183 0,1.491 0.704-2,-0.356 1.269 1,1.306-1.529 1,-0.022-0.215-1,-0.528-0.011-1,0.441 1.024 2,1.551-2.153 1,-2.517 3.006-1,-0.192-0.186-1,-0.209-0.205-1,1.729-4.962 0,-0.643 0.878 1,-1.197 4.072 2,1.724-5.437 3,-1.642 0.327-2,-0.760 1.697-4,0.547 0.611 2,-0.609 2.512 0,0.665-3.153 0,-0.302-0.532 0,0.859-0.130 0,0.135 0.248-1,0.149-1.760 0,1.396 0.001 0,-2.432 5.101 1,-0.306 0.173 1,0.937-4.184 0,-1.349 1.930-1,-0.876 1.125 0,-0.525-0.832 0,-0.400-0.109 1,-0.199 1.700 0,-0.126-0.313-1,0.065 0.178-1,0.158-0.376 4,0.055-0.252-2,0.006-0.205-2,-0.004-0.039 5,-4.914 11.732-3,0.843 1.263-4,2.159-0.054 2,-0.678 0.627 0,-1.080 1.927 0,0.910-1.316 0,-0.976 1.468 0,0.796-0.942 1,0.690-0.339 0,0.277 0.363-2,-0.562 0.563 2,-0.616 0.210-1,-0.603-0.034 1,-0.801 1.490-1,1.460-2.803 1,0.290-0.221 0,0.353-0.300-1,0.130 0.826 1,0.494-0.044 1,0.449 0.030-1,-0.494-0.511 0,-0.180-0.379 0,0.037-0.267 0,0.006 0.393 2,0.303-0.168-1,-1.389 3.723 0,-0.476-1.328-1,0.234-0.001 0,0.546 0.002-1,0.923-1.063 1,-0.301-1.194 0,-1.131-1.397 2,-2.359 0.681 1,-0.260 0.789-4,1.220 1.505 0,1.103 0.023 0,-0.083-0.409 2,0.182-0.388-3,0.956-0.574 0,-0.059-0.130 4,-1.009 0.886 0,0.169 1.448-2,0.952-0.836-1,0.995-1.470 1,0.125 0.371-1,-3.645-2.965 3,0.443 1.981 3,2.960-11.729-4,8.199 1.845-2,-2.690-3.943-1,-0.570 2.838 1,2.037-1.762-1,-1.584 0.241 3,1.065 1.819 0,0.531 1.480-1,0.523-1.664-1,-1.287-1.011 1,0.088 0.824-1,-0.250-0.379 2,0.453 0.564-1,0.194-0.280-1,-1.112-0.696 0,-0.143-1.061 3,1.118 0.505-3,0.750 0.222 1,-0.067-0.296-1,-1.296-0.337 0,-1.485-0.383 2,-1.148-1.015-1,-1.090 0.943 0,-0.577 1.187 0,-0.329-0.827 1,-0.067 0.199-1,-3.205 1.455 2,-2.859 6.074-1,3.562 5.357 0,-1.986-1.787-2,-0.107 1.049 1,-0.360-0.756 0,0.232 2.134-2,2.976-0.396 2,-0.728 0.422-1,-3.968-1.658 3,0.633-2.911-2,0.445-0.341-1,-1.164 1.080 0,1.576 0.433 1,-1.567-0.290 0,0.769 0.974 2,2.212 2.247-1,-0.432 0.190-3,-0.954-2.235 1,-0.233 1.160 1,0.296 0.301 1,-0.028 0.135-2,-0.346 0.254-1,-2.186 1.193 1,0.161-2.121 1,1.226-0.405 1,0.580-0.348 1,0.680 0.714-1,0.457 1.157-2,0.384-0.124 0,0.038-0.471 1,-1.036-0.144 0,-0.522-3.160 1,-0.243-1.798 0,5.281 6.353 1,-5.453-2.769-1,1.986 0.088-2,-0.105-0.100 1,-0.930 1.595 0,0.077-1.740-1,-0.304-1.073 0,-1.472-0.698 0,0.114-1.662 1,0.415-0.984 0,0.209 0.244 1,-0.513 0.150 0,-0.682-0.009 0,1.137 2.937-1,-0.632 2.136 0,0.765-1.885-2,1.628 1.334 2,0.036 1.258 2,-2.192-3.739-2,-0.158-1.349-1,-0.816-0.598-1,-0.708-0.215 2,1.626-0.012 0,0.115 0.035-1,0.214 0.082 2,0.255 1.122 1,3.321 5.294-1,-3.167-2.973-1,-0.125 0.319-1,-1.301-0.035-1,-0.244-0.756 2,0.976-1.122-1,-1.464-0.661 0,1.509-1.024 1,-0.372-0.704 2,4.638-4.998 0,2.449-0.597-1,-0.076-0.777-1,2.664 0.211-1,2.061 0.736 1,0.345 0.571 0,-0.349 0.728-2,-0.598-1.222 1,-2.043-2.500 3,-0.428 0.331-2,2.423 1.590-1,-0.366 1.237 3,1.674 0.291-3,-0.727 0.134 1,-0.758-2.329 0,-1.620 0.792 0,2.458-0.999 1,-1.744 1.284-1,-0.992 0.393-1,-0.632-1.188 1,-1.110 0.359-1,-0.420 0.365 2,0.017-0.080 0,0.096-0.277-1,0.059 0.045 0,-0.008 0.315 1,3.984 0.954-1,1.913-0.436 1,-4.153-2.821-2,-0.312 1.327-1,1.439 0.231 1,1.133-0.480 1,1.718 0.260 0,-0.853 0.523 0,-1.507 0.548 0,-1.059-1.209 0,-1.913-0.701 1,-0.054 1.728-1,4.066 0.655 1,0.577-0.037-1,-1.971-0.839 0,3.347 2.593 1,-2.347-1.270-1,1.488 0.888 0,1.174 3.085-1,-0.576 1.112 1,-11.190 3.320 0,4.116 2.871 1,0.905 0.870-1,0.152 1.817-1,-0.021-2.190 0,-0.009 0.738 0,-0.016-0.486 0,-0.015-0.580 1,-0.010 0.081 1,-0.004 0.150-1,-0.002 1.181 0,-0.004-0.004 0,0.002-0.171 0,0.002-1.337-1,0.000 0.926 1,0.000-0.179 1,0.000-0.350 1,0.000 0.919-2,-1.322-1.654 0,-4.333-0.523 0,2.228 0.557 1,1.643 0.136-2,1.775 0.300 1,-1.689 0.298-1,-1.919 1.265 0,0.281-2.045 1,-0.298-0.427-1,-0.224 1.144 1,-2.189 3.637 0,2.973-4.562-1,0.330-0.049 0,-1.588 2.833 0,-0.016-2.080 0,0.499-1.264 2,0.153 2.231 3,1.489-0.076-3,0.930 0.014-1,0.775 0.208-1,1.066-0.916 0,5.304-5.000 3,0.702-1.624-1,-0.506 0.049-1,1.237-3.710 0,-1.633-3.262 0,-1.973 2.199-1,1.134 1.027 0,1.422 1.055 2,2.765 0.087-1,-3.141 0.700-1,0.442-0.021 0,-0.325-0.019 0,-0.063-0.228 0,-0.165-0.269 0,0.744-1.085 1,-0.907 0.500 0,0.585-0.004-1,0.880-0.311 1,0.083-0.075 0,-0.118-0.085 0,-0.248-0.086-1,-0.326-0.082 0,-0.359-0.074 0,0.160-0.811 0,-0.959-0.256 1,0.576-0.698 1,-0.545 1.502 0,3.933-1.478 4,-0.351 1.789-5,0.276 0.487 0,-0.159-0.551-1,-0.812 0.369 2,-1.377 1.078-1,-0.545-1.550 0,0.295-1.211 3,-1.299 0.047-3,-1.289-1.039-1,2.197 2.116 2,0.488 2.046 0,-0.509 1.991-2,-2.111-6.555 3,-3.626 0.290-1,-0.549-0.288-3,-4.860 1.749 2,-0.519 0.885 2,1.146-2.004-3,-2.941 3.292 0,0.095 2.399 0,0.339 0.275 2,-0.165 0.041-2,0.923-0.107 1,-0.955 0.222 1,1.293 1.787-1,0.658 2.262 0,-0.666-0.423-1,-0.081-1.684 2,1.278 2.651 0,3.362 1.072-1,1.660 0.209 0,0.613-0.215 0,5.494-5.684 0,-2.161 4.088 1,-4.458 1.668-1,0.053 1.500 0,0.000 0.260-1,0.000-1.053-1,0.000 2.223 2,0.000-0.424 0,0.000-1.796-1,0.000-0.218 1,0.000-0.310 1,-6.078-3.439 1,1.006 0.898-1,4.240 2.396-1,0.617-0.056-1,-1.629 0.113-1,-4.734-3.859 4,0.209-2.130-2,-0.254-0.460-1,2.631 7.044 2,-1.424-3.335-1,-2.899-1.460-1,2.219-0.686 0,3.383 4.469 1,-1.152-0.786 1,-1.934-0.302 0,-0.400 1.215-2,0.547 0.793 1,-0.663-1.771-1,1.497-0.573 1,2.049 1.114 0,1.823 1.422 0,1.405-0.791 0,-0.394 0.128 1,-0.075 1.628 0,0.197-0.757-1,6.175-6.344 0,-2.050-5.802 1,-3.126-0.823-2,2.396 0.516 1,1.263 0.614 0,0.382-0.723-1,0.609 2.410 1,1.475-1.755 0,-3.310 0.193-1,-0.268-0.892 0,1.923-0.348 1,-1.220 1.312 1,-0.450-0.314 0,1.012 0.912 0,-0.926-1.108-2,0.237 0.460 1,1.496 2.025 0,1.349 1.435-1,-1.595-2.373 2,-2.558-2.381-1,-2.028-0.251-1,-1.483 0.084 1,-5.513 4.660 1,-0.329 1.484 1,-0.669-0.007-3,-0.046 0.000 0,1.550 2.433 1,0.351 2.693 1,0.146-1.836-2,-2.513 1.574 0,3.178-0.684 1,0.038 2.293 0,0.333-0.371-1,-1.356-1.244 3,0.606 1.306-3,0.853-1.546 1,-0.660 0.203 1,-2.381 0.155-2,1.697-0.488 0,2.034 1.079 3,-0.983-1.144-1,-2.133-4.782-1,-0.187 0.295-1,0.287-0.741 1,5.563-5.171 0,2.974-1.146 0,2.512 0.017 0,-1.725-1.008-1,-1.184 1.272 1,1.220 1.161-1,0.015 0.332 2,0.232-2.264-1,-1.771 1.732-1,0.961-0.970 1,0.564-0.108 0,-0.382 0.352-1,-0.835 0.824 1,-0.259-3.184 0,-1.116 0.311 1,-0.405-0.934-2,0.024 1.384 0,2.776 0.679 2,2.094 0.673 2,-2.442-0.762-2,-1.652-0.197-3,-0.451 0.120 1,3.543 1.471 2,0.254 0.057 0,0.556 0.461-2,1.438 1.512 2,-3.408-1.141 0,-1.756-0.649-1,-0.954-1.225-1,0.542-0.068 0,3.316 1.513 4,-10.287 4.831-2,0.863 5.871-2,-0.755 1.057-1,0.607-0.464 0,1.613-0.343 1,1.578 2.121 3,-1.414 0.129-1,0.483-1.238-2,0.826-0.203 0,-1.430 0.032 0,-0.742-1.119 3,0.728 2.193 0,2.174-0.725-3,1.413 0.232 0,5.884-3.892 2,0.551-4.007 0,-5.588-6.371 0,-0.416 1.018-2,3.935-0.478 0,1.112 0.300 1,0.928 2.201-1,-0.061-0.398 2,-0.623 0.730-1,-0.959 0.066 0,-0.592-1.674-1,-0.652 0.821 1,3.113 3.273 2,-0.144 1.954-2,0.509 0.103-1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05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18060.000 10411.000 767,'3.137'11.555'-2,"14.568"-4.693"-2,-6.330-4.133 3,3.453-0.040-1,3.244-0.154 0,2.944-0.228-1,6.619 0.330 0,3.644 0.261-1,-5.000-0.426 1,2.098 0.290 0,6.816 0.855 0,2.358 0.464 0,6.816 1.042-1,1.024 0.411 2,-4.561-0.349-1,0.492 0.252 1,-4.818-0.523 0,0.512 0.156 1,5.222 0.639 1,-0.859-0.330 0,-1.385-0.488 0,-1.691-0.579 0,2.111-0.239-1,-3.086-0.770 1,-10.236-1.167 3,-1.762-0.402-1,1.010-0.226 1,-2.793-0.408 0,2.986-0.236 1,-5.953-0.469 0,-5.451-0.319-2,2.035-0.430 5,-28.234-1.177 0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22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19046.857 10411.857 767,'0.951'11.109'-2,"3.667"4.626"-1,-0.556-1.860 1,-0.193 2.906 1,-0.713 1.417-1,-0.867 1.252 1,-0.800 0.003 1,-0.644-0.467 0,-0.462-0.707-1,-0.293-1.602 3,-0.164-1.789-3,-0.073-0.663 3,-0.062 3.770 0,0.061-4.563-3,0.017 3.009 1,0.073-1.901 1,0.048-0.856 0,0.035-2.585 0,0.926-25.133 1,2.450-4.377-4,0.759 0.173-1,1.479 0.126 1,1.361-3.697-1,-1.182 3.464 4,-2.295 7.030-1,-2.015 0.260 1,-13.568 7.727 8,2.448 8.930-11,-2.513 4.377 2,0.998-0.877-1,1.215-2.000 0,-2.670-6.909 2,-1.178 2.360-1,-0.031-0.215-2,-1.156-0.208 0,0.127-0.445 1,-2.434-0.226 2,5.791-0.746-1,0.361-0.771 1,-2.657-1.840 3,-1.302-4.863-5,1.286 0.388-1,-3.200-2.341 1,0.774-0.034-2,5.031 2.668 2,0.996 0.995 2,-0.787 1.756 3,-3.297-1.553-1,2.505 0.662-5,-2.902-0.575 0,-0.421 1.437 2,1.275 2.155 3,2.768 1.045-2,-4.135-0.690-3,-5.722-1.891 0,8.016 0.774 1,-1.563-0.134-1,-1.682-0.254 1,-1.688-0.331-1,-1.374-0.368 0,-1.089-0.376 0,-3.259-0.863 0,-0.044-0.336 0,5.478 1.058 1,0.235 0.151 0,-4.700-0.585 0,0.663 0.502 1,5.550 1.110 0,0.720 0.334 1,-1.051 0.131 0,1.369 0.391 0,1.202 0.094 0,1.023-0.125-1,-0.975-0.486 3,1.729-0.122 0,-7.472-2.387-1,5.854 0.278-1,3.364 0.960-1,-3.226 0.305 2,-0.749 1.782 0,-5.107 0.569-3,8.037 0.491 1,-1.033 0.080-1,-0.635-0.177-1,-0.318-0.347 1,-0.106-0.219 0,0.055-0.115 0,0.448-0.038 0,0.704 0.020 1,-0.838-0.045 0,0.632 0.111 0,-7.732-0.392 2,4.156 0.489 0,-2.021-0.718 0,6.222-0.092-2,0.477-0.089 0,0.653 0.088 0,-4.927-0.469-1,-1.229 0.542 1,-3.940-0.431 2,8.235 0.407-3,-1.848-0.489 0,-1.873-0.487 0,-1.802-0.462-1,-1.432-0.187 0,-1.100 0.017 0,4.908 0.887 0,-0.244 0.131 1,-8.527-1.046-1,0.238-0.113 0,5.832 0.612 2,0.368-0.194-1,-4.938-0.897 2,0.331 0.182 0,5.460 1.008-2,0.311 0.248 2,-1.835-0.221 1,0.837-0.030-2,1.192 0.101-1,1.388 0.191 2,1.226 0.244 0,1.055 0.273 0,0.857 0.278 0,0.679 0.271 1,0.283-0.007 1,-0.015-0.206-2,-0.222-0.077 0,-0.362 0.017-1,-2.068-0.410 0,-0.490-0.362-1,2.998 0.446 1,-0.346 0.018-1,-1.742-0.417 1,0.363-0.264-1,0.629-0.068 0,0.788 0.072 1,-2.292-0.610 0,2.565 0.470 0,-4.059-1.113 8,27.470 2.777-4,-0.305 4.812-4,0.653-0.597-2,-0.447-0.459 2,-0.298 0.592-9,2.448 0.609 17,-1.312 1.610-8,-0.255-0.918 2,-0.616-0.984-3,2.002 0.153 1,3.091 1.033-3,2.417 1.949 2,-8.637-2.603 0,6.229 2.235-1,-3.934-1.778 2,-0.821-0.181 0,-1.198-0.179 0,3.405 1.293 1,1.888-0.024 0,-4.255-1.211 3,-1.362-0.502-4,0.866 1.148-1,0.145 0.029 2,-0.852-0.589-1,3.891 1.110 0,-2.969-0.899 0,1.518-0.231 0,0.611-0.563-2,0.122 0.405 2,1.741 0.227 0,-0.195 0.503 0,-2.408-0.954-1,0.598-0.522 1,1.900 0.904 1,-0.590-0.090-2,-0.436 0.345 1,-0.251-0.258 1,-1.078-1.019-2,2.134-0.877 2,4.416-0.357-1,-1.097 0.511-2,-0.805 0.114 1,1.664 1.065 1,-0.678 0.005 0,1.051-0.449-1,-0.920-1.046 2,-0.689-0.861-1,2.037-0.557 0,0.833-0.492-1,-9.806-0.363 1,0.356-0.062 0,0.226-0.045 0,0.102-0.033-1,0.007-0.022 1,-0.038-0.011-1,-0.067-0.006 1,-0.107 0.000 1,-0.134 0.003-1,-0.143 0.007 1,-0.147 0.007-1,-0.116 0.009 0,-0.087 0.008 0,1.267 0.004 0,-0.185 0.009 1,5.746-0.002-1,1.423 0.014 0,-1.167 0.013 1,-0.780 0.007 0,-0.691 0.004-1,0.407 0.002 1,-2.595-0.001-1,-1.910-0.002 1,3.057-0.001-1,-2.722-0.001 0,5.309-0.001 0,4.042-0.001-1,-8.338 0.000 0,0.401 0.000-1,7.263 0.000 0,-8.334 0.000 2,-0.407 0.000-1,0.798 0.000 1,-1.867 0.000 1,5.698 0.000 1,-3.886 0.000-2,-0.756 0.000 6,0.776 0.000-4,2.830 0.000-3,-2.554 0.000-1,0.624 0.000 2,-3.498 0.000-2,0.773 0.000 4,-0.593 0.000 0,1.451 0.000-1,0.187 0.000-2,-1.824 0.000 1,0.449 0.000-1,2.502 0.000 1,1.948 0.000 0,-4.458 0.000 1,-0.271 0.000-1,0.416 6.273 1,-2.170-0.355-1,-0.687 4.479 0,-1.020-0.950 0,-0.416-0.259-2,-3.670 1.442 4,3.021 0.397-2,-3.279-0.064 0,-0.326 0.101 1,-15.117-14.420-1,-0.621-2.060-1,1.303-1.979 0,2.640-0.845 2,-2.856 1.741-1,0.179-3.120-1,2.403 2.141 1,-0.630-0.589 1,-1.478 0.293-1,-0.028 1.407-1,0.509-1.151 0,-2.391 1.223 2,-0.146-0.317-3,-6.011-4.485-1,9.207 5.216 2,-0.947-0.405 0,-4.930-2.548 0,-1.553-0.607-1,3.092 1.792 1,-0.844-0.348-1,-5.429-2.239 1,-0.463 0.641-1,4.675 2.561 1,0.011 0.393 0,-2.573-0.769 0,-0.286-0.042 1,-1.840-0.823 0,1.309 0.269 1,0.108-0.076 0,2.678 1.116-2,2.718 1.228 1,-4.212-1.168 2,1.410 2.014 7,6.156 2.863-4,-0.051-0.327-4,-2.363-1.434-2,-1.254-0.308 0,-1.867 0.237-1,-3.746-0.808 2,7.662 1.864-1,-1.659-0.358 0,-1.524-0.365 0,-1.358-0.354-1,-1.176-0.327 0,-3.535-0.570 0,-0.831 0.254 0,4.548 1.094 2,-0.662 0.008-1,2.238 0.584 0,-0.475 0.150 0,-8.968-1.246 1,0.564-0.028-1,6.406 1.012 1,0.879 0.205-1,-3.656-0.368 1,1.662 0.469-1,5.488 0.675 2,0.915-0.060 0,-0.675-0.255 3,1.329 0.132-2,1.324 0.197-1,-8.317-1.245 2,1.284 0.710 1,7.482 1.013-2,-2.594-0.086-3,-3.220 0.012-1,-4.010-0.153 0,-4.383-0.265-1,-8.477-0.695-1,-4.417-0.473 1,0.671-0.016-1,-3.822-0.368-1,2.276 0.185 1,-3.090-0.251 0,-10.087-0.847 0,-3.423-0.289 0,-2.328-0.242 0,-1.438-0.198 0,-7.427-1.142 0,1.775-0.584 0,16.804 1.341 2,2.696-0.139-1,-2.263-0.683 4,4.786 0.395-1,-5.841-1.163 3,10.503 1.273 1,9.749 1.289 5,8.427 1.186 0,6.879 1.018-1,1.090-0.082 3,25.684 7.084 11,0.273 2.107-24,7.455 5.464-2,-7.308-3.854 2,1.909 1.193-1,1.638 0.917 1,1.366 0.914 0,1.110 0.870-1,0.616 0.795 0,0.233 0.707 1,0.214 0.114 2,0.183-0.311-1,-0.338-0.366 0,-0.693-0.387 0,1.632 0.816 1,-0.911-1.014 1,-5.329-3.288-1,-0.726-0.324 1,1.441 0.804 1,-0.458-0.543-1,-0.308-0.824 0,-0.185-0.983 1,-0.322-0.531 0,-0.408-0.185-2,-0.471-0.213 0,-0.495-0.224 1,-0.464-0.195-1,-0.422-0.167 1,1.391 0.564-1,0.011-0.176 1,-3.388-1.703 0,10.512 4.083-1,-10.841-4.437 0,8.938 4.050 0,-0.630 0.214 3,-0.784-0.446-3,-1.078-0.650 1,-3.022-0.902-1,-3.015-1.409 1,2.478 0.017 1,1.077 0.131 1,-3.290-0.901-5,3.016 0.937 2,-1.086-0.731 0,6.158 2.104-1,-8.273-2.782-1,0.768 0.075 1,0.761-0.134-1,0.721-0.015 1,0.658 0.068 0,0.844 0.124 0,0.931 0.161 1,0.696 0.411 0,0.492 0.573-1,0.324 0.166 1,0.192-0.134-1,0.085-0.078 0,0.007-0.037 0,2.081 0.594 0,-0.234-0.065 1,-2.613-0.660 1,-0.612-0.001-1,-2.296-0.796 0,-0.153-0.281 0,1.881 0.351 0,0.022-0.081 1,2.296 0.525 1,0.504 0.058-2,-3.874-1.193 0,0.165-0.237 0,2.030 0.319-1,-0.290-0.040 1,-0.442-0.197-1,-0.534-0.298 1,1.459-0.069 0,-0.321-0.484 1,-3.743-0.646-1,0.023 0.063 1,1.738 0.246 0,-0.187-0.122-1,1.705 0.353 0,-0.022 0.248 0,-3.693-0.583 0,-0.203-0.070 0,3.379 0.664 0,0.045 0.203 0,-3.346-0.658 0,0.179-0.096 1,3.616 0.361-1,-0.174-0.313 0,-2.056-0.249-1,-0.376 0.162 1,-0.366 0.019 0,-0.345-0.086 0,-0.333-0.155 0,-0.311-0.198 1,-0.256-0.218 0,-0.207-0.224-1,8.108 0.420 1,-6.696-0.919-1,0.389-0.202 1,7.525-0.007-1,-7.185-0.353 0,-0.096-0.090-1,7.767-0.074 0,-7.056-0.047 2,0.035-0.021-1,7.497-0.057-1,-9.411 0.061 1,-0.155 0.006 0,-0.155 0.007 0,-0.153 0.007 0,0.955 0.004 1,-0.769 0.011-1,4.922-0.006 0,-5.760 0.026 0,6.779 0.002 3,-5.883 0.019-1,-0.570 0.011-1,3.414 0.003 1,0.190-0.007-2,-1.454-0.003-2,-0.490-0.001 1,2.780 0.000 2,0.581 0.000-1,-4.917 0.000 0,0.249 0.000 0,3.444 0.000-1,1.181 0.000 1,-0.083 0.000-1,-2.416 0.000 3,1.069-2.146-2,-4.087-0.923 0,1.881-0.196 1,0.195 1.223 0,0.428-0.758-1,-0.309-1.427-1,-0.841 1.536 2,-1.923-1.316-2,1.272-3.636 1,-0.595 0.770 0,0.642 2.368 0,-1.926-1.484 2,-1.246-1.537-2,-0.828-3.764 0,-1.791 1.019-1,-5.975-2.352 2,-0.140 0.603-1,-7.946 4.338 1,-2.736-0.780-1,0.469 3.518-1,-2.578 1.461-1,0.435-0.805 3,1.904-1.544 0,-3.362 1.781 0,0.602-1.995-3,1.222 1.725 0,-1.778 0.715 0,-3.268-0.379 2,3.481 0.065 0,-4.377-2.564 0,3.782 1.017-1,1.622 1.063 2,-1.052 1.970 2,-0.671 1.991-1,0.509 0.724-3,2.206-0.015 1,-0.188-0.091 0,-3.371-0.062-1,3.912-0.082 1,-0.197-0.034 1,-5.688-0.006-1,0.472 0.004-2,-4.518 0.001 0,8.100 0.002 0,0.943 0.001 0,-0.575 0.000 1,1.593 0.000 0,0.211 0.000 1,-1.383 0.000-1,0.224 0.001 1,-1.532 0.000 0,1.413 0.000 0,-7.507 0.000 3,6.062 0.000-3,-0.402 0.000 3,0.018 0.000-1,2.812 0.000 1,-0.063 0.000-4,-6.369 0.000 0,1.153 0.000 0,5.148 0.000 0,0.075 0.000 0,-7.874 0.000-1,3.209 0.000 1,-3.675 0.000 3,3.942 0.000-1,1.665 0.000-1,2.176 0.000 1,-5.948 0.000 1,3.259 0.000-3,-0.443 0.000 1,2.632-0.798 1,1.502-3.608 0,-2.313-2.560-1,-0.463-0.094-1,-4.132-2.097-1,2.681 1.373 0,3.248 1.656 0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24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18049.857 10475.857 767,'0.490'13.060'-2,"4.700"-0.206"0,2.216-2.685 1,2.412-1.369 0,-1.083-1.375 1,2.070 1.135 0,1.337 0.987 1,0.899-1.282-3,3.582-0.166 1,0.940-0.494 1,0.357-0.599 0,-2.483-1.167-1,0.950-0.007 0,-4.239-1.448 1,4.799 1.133 1,-3.239-1.418-2,0.487 0.213 0,-1.058-0.249 0,0.413 0.208 0,0.458-0.114 0,0.457-0.325 1,-0.537-0.308-1,4.824 0.751 1,0.658-0.397 0,-2.133-0.825-1,-0.533-0.478 1,-4.144-0.860 0,-0.377-0.278-1,1.556 0.126 0,-0.029 0.128 1,-0.176 0.013 2,-0.267-0.072-1,-0.301-0.128 0,-0.309-0.162-2,8.830 0.593 1,-8.040-1.008 0,-0.302-0.207 1,1.018-0.147-1,-0.560-0.187 1,-2.612-0.172-1,0.084-0.078 0,0.053-0.062 0,1.106-0.051 1,-0.602-0.041-1,7.132-0.072 0,-1.620-0.030 0,2.089-0.023 3,-3.654 0.036-3,-3.261 0.041 0,2.964 0.022 2,-1.222 0.034-1,0.074 0.015-2,0.337 0.003 1,-2.302-0.003 1,0.213-0.002 0,-0.609-0.003-1,-0.647 0.000 0,0.236-3.094 1,-21.650-5.952 0,-0.598 4.495-2,-0.972-1.408 0,0.107-2.231 3,-0.188 2.961-3,-7.688-1.408-3,8.762 3.120 3,-1.145-0.343 0,-0.749-0.322 0,-0.428-0.290-1,-1.571-0.556 1,0.597 0.303 0,3.513 1.163 0,-12.675-4.399 0,11.453 3.993 2,1.275 0.561 1,-4.763-1.135-1,1.417 1.382-1,0.495 0.036 6,1.379-0.440-5,-1.430-1.079-1,2.254-0.293 1,-2.954-0.203-1,-7.755-0.546-3,7.908 2.327 1,-1.794-0.371 1,0.786 0.392-1,-0.734 0.141 1,-3.866-0.406-1,1.220 0.516 0,1.865 0.558 1,2.978 0.693 1,1.078 0.406 0,-4.896-0.161 1,-1.184 0.590 4,2.475 0.734-1,3.951 0.427-2,-0.619 0.254-1,-2.084-0.033 0,-0.276-0.238-1,-3.404-0.088-3,0.538-0.039 2,2.723-0.015 0,2.732-0.007 1,-3.696-0.003 1,5.131 0.004 0,-1.225-0.001-1,-8.789-0.001-2,7.743 0.003 0,-0.772 0.000 1,-1.393 0.001 0,-3.222 0.000 0,-0.705 0.001 0,0.028 0.000 0,0.521 0.000 0,3.033 0.001 1,1.175 0.000-1,-0.556 0.000 0,1.117 0.000 1,2.574 0.000 1,-7.486 0.000 4,3.090 0.000-4,-1.143 0.000 2,1.020 0.000-1,0.050 0.000-3,0.534 0.000 2,-1.456-0.949-2,1.638-0.808 1,-3.722-0.861-1,5.323 0.763 0,-4.320-0.236 3,4.784 0.898-1,2.196 0.567 0,-0.345 0.379 0,0.091 0.590-1,-5.365-0.347 2,4.949 0.003-3,-7.615-0.863-2,7.757-0.159 2,0.142-0.152-1,0.374 0.103 0,-0.609 0.033 2,-0.381 0.072 0,-0.221 0.096 1,-0.097 0.111-1,-1.193-0.280-1,0.745-0.390 1,-0.125-0.380-1,1.515-0.006 1,-7.296-1.458 1,7.113 1.152 1,13.618 13.052 2,5.457 0.602-2,0.527-1.188-3,4.830 5.920-1,-3.000-4.755 0,3.389 1.695 0,-0.874-1.490 3,-3.608-2.782 0,0.361-0.930-1,2.318-4.041 6,2.703-1.043-7,-0.221 1.086 1,-1.866 0.046-2,2.352 4.815 3,-0.155-2.138-1,2.041-3.387 0,2.493-2.115-1,-5.128-0.888 0,8.523-0.093-2,-9.318-0.208 1,1.207-0.041 1,1.172-0.030-1,1.103-0.022 1,3.655-0.025 0,1.013-0.009 0,0.746-0.003 0,0.520 0.003-1,3.176-0.003 1,0.002 0.011 0,-5.975 0.026 0,-0.346 0.007 0,7.432-0.006 1,-1.264 0.015 0,-8.314 0.018 0,-0.580 0.005 1,3.611 0.003 1,-1.291 0.005-1,-4.781 0.005-1,-0.393 0.003 1,3.231 0.002 1,-0.774 0.002-1,-3.869 0.000 0,-0.097 0.001 0,3.226 0.001-1,-0.426 0.000 1,-3.804-0.001-1,13.486 0.003 0,-11.206-0.003 0,-1.223-0.001 1,7.766 0.001 1,-6.018-0.001-3,1.032-0.002 7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31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18339.857 10614.857 767,'-9.953'-7.628'0,"0.547"0.517"-4,-0.461-2.944 2,0.687 1.681 2,-2.355-1.883-1,-4.426-4.002-2,6.256 5.352 2,0.500 0.347 0,0.023-0.065 1,0.135 0.060-1,-0.246 0.067 0,0.572 1.060 0,-3.185-3.044 2,1.525 0.514 1,1.090 1.339 3,-2.558 3.214-4,1.036-1.363 0,-0.288 1.152-1,-1.114-0.204-1,-0.754 0.610 0,-4.894 1.890 3,1.041 2.144-4,-0.932 0.597 1,6.390 0.417-1,0.134 0.078 0,-1.514 0.046 1,-3.477 0.038 1,-1.191 0.034-2,-3.168 0.032 0,-0.395 0.016 1,2.612-0.002-1,0.572-0.001 1,0.490-0.003 0,0.412-0.004 1,0.335-0.008 0,0.263-0.006 1,2.174-0.012 1,0.015-0.005-1,-1.828-0.003-1,0.387-0.006 0,0.516-0.006 0,0.578-0.004 0,2.246-0.005 0,0.373-0.002 0,-1.098-0.002 1,0.701-0.003 0,0.745 0.000 0,-4.946-0.003 0,-5.839-0.003 0,10.770 0.003-1,-0.092 0.000 1,0.219-0.000 0,-8.702-0.001-3,1.828 0.002 2,0.963 0.198 1,1.023 1.262 0,-2.150 1.262-1,-0.541 1.636 0,0.757 1.252 0,1.454-0.086-1,-1.274 0.515 0,-4.265 0.971 2,11.392-3.669-2,-4.892 1.576 0,4.960-1.016 3,22.782 3.398 0,8.461-5.998-2,-6.321 0.027 0,4.063 0.784 0,9.245 1.464-4,6.975 1.155-1,5.374 0.771 0,3.978 0.463 0,2.799 0.221-1,21.555 2.075-3,-1.881-1.046 1,3.228-0.578 2,-6.482-1.359 1,0.692-0.691 3,-7.946-1.115 2,-0.072-0.532-2,7.777-0.237-3,-0.588-0.594 3,-9.285-0.665 3,-1.849-0.351 0,11.009-0.188 1,-4.670-0.392-1,-0.544-0.308 0,-7.532-0.248 2,-4.926-0.196 4,-10.294-0.094-2,-9.286-0.025 1,-7.834 0.017 2,-6.253 0.041-2,-0.112-0.447 1,3.553 4.559 4,0.427-0.570-1,-2.818-1.593-12,1.071-0.443 2,2.029-0.346-2,0.896-0.395 1,-0.783-0.294 2,-0.320-0.146-1,1.920-0.090-1,-2.032-0.020 3,0.791-0.009-3,0.169 0.017 1,-1.245 0.026 2,-2.841 0.025-2,3.068 0.010-1,-2.292 0.015 2,1.374 2.796-1,-2.597 1.323 2,-1.396 0.248-3,-21.987-4.622 5,-0.005-0.335-6,-2.601-2.743 0,3.717 0.413 1,-2.793-0.822 1,-1.139 0.394 0,-1.625 0.178-1,-2.777-0.872-1,7.162 1.684 1,-1.723-0.585 1,-1.285-0.560-1,-0.906-0.507 0,3.259 0.784 1,0.409 0.140 0,-1.078-0.077 0,0.419 0.398-1,1.251 0.651 0,0.163 0.343 1,0.394 0.330 2,-9.163-0.573-1,1.662 0.931-1,-1.810-0.434 2,-0.803-0.982-2,7.816 0.108 0,-0.388-1.166 0,2.683 0.514 2,-2.236-0.179-1,-2.768 0.603-1,1.647 1.412 0,-2.451 0.578-1,0.652 0.415 0,1.859 0.193 0,-0.867 0.090 0,-3.634 0.060 2,0.214 0.001-2,0.459-0.016 0,-1.044-0.013 0,0.185-0.032 2,2.163-0.027 0,2.013-0.020-1,-0.065-0.013-1,-1.578-0.007 2,-3.587-0.002 0,7.774 0.001-2,-0.648-0.001 0,-0.349 0.000 0,-0.643 0.001 0,-0.818 0.000-1,-0.411 0.000 1,-0.099 0.000 1,-3.561 0.000 1,0.754 0.001-2,6.077 0.000 0,0.743 0.001 1,-1.929 0.000 1,1.301 0.000-1,-0.081 0.000 1,-4.519 0.000 10,27.387 0.000-10,4.713 0.000-1,-3.511 0.000-2,2.118 0.000-1,1.561 0.000 1,1.089 0.000 0,-1.349 0.000 1,0.398 0.000-1,0.284 0.000 1,0.185 0.000 0,-0.149 0.000 0,-0.382 0.000 1,-0.508 0.259 0,-0.570 0.431 0,-0.614 0.276 0,-0.615 0.149 0,0.996 0.507 2,-0.701 0.450-1,1.487 0.452 0,-0.003-0.043 0,0.042-0.211-1,3.337 0.667 1,-5.801-0.768 0,0.149-0.017-2,2.278 0.453-1,0.788 0.299 2,-1.160-0.302 0,0.741-0.107 0,-1.370-0.279-1,0.709 0.124 0,3.417 0.346 0,1.286-0.120 0,3.743 0.062 1,0.724-0.333-2,-5.408-0.729 2,-0.107-0.219-2,7.687 0.141 1,-1.010-0.387 0,-8.504-0.493 0,-0.874-0.142 2,3.214-0.071 0,-1.433-0.162 0,-5.010-0.127-1,-1.039-0.059 2,3.353-0.073 1,-2.990-0.045-2,8.154-0.141 4,-4.724-0.007-3,-3.809 0.039-2,3.048-0.004 3,-2.900 0.111-1,0.614 0.052-3,1.965 0.028 2,-1.455 0.005-1,-1.237-0.003-1,4.834-1.596 1,-2.407-0.951-1,-0.017-1.427 1,-1.128-1.224-2,0.634-0.890 1,-1.300-0.107 1,-2.772 0.846 0,0.236 0.324 1,2.542-0.842 1,-3.011-0.483-2,-5.671-4.909 3,-3.568-0.392-3,-0.315 0.100 0,-6.770 2.066-1,-4.640 1.384 1,-5.408 3.608 0,1.783 2.482-2,-4.440-0.615 1,7.350 1.177-1,-0.719 0.087 1,-0.341 0.141 0,1.398 0.267 0,0.248 0.138 0,0.462 0.137 0,-9.214-0.294 1,9.182 0.594 2,-7.084-0.000-1,4.683 0.277 2,0.823 0.130-2,-0.821 0.073 0,2.389-0.018 0,-0.047-0.023-1,-5.073-0.008-1,-3.386-0.020 0,0.793-0.019-1,4.297-0.012 1,1.568-0.004 7,-6.273-0.004-10,6.596-0.007 1,24.888-0.005 6,-0.473 0.010-1,1.108 0.000 1,-0.693 0.000-4,8.734 0.000-2,-6.334 0.000 2,8.720 0.000-2,-0.110 0.000 0,1.069 0.000 0,0.235 0.000 0,-0.341 0.000 0,-5.782 0.000 3,-0.407 0.000-1,4.200 0.000 0,-1.279 0.000 2,-5.518 0.000 0,-0.842 0.000 0,1.545 0.000 0,-1.781 0.000 0,-1.845 0.000 1,8.913 0.000 1,-8.010 0.000 3,-26.659 0.000 0,0.359 0.000-7,-0.710 0.000 0,-4.040 0.000-2,6.668 0.000 2,-0.758 0.000 0,-0.758 0.000 0,1.099 0.000 1,-0.167 0.000-1,0.172 0.000 0,0.406 0.000 1,-9.377 0.000 0,0.394 0.235 1,-1.386 1.416 2,0.300 1.060-3,1.923 1.260-3,0.040 0.371 4,-0.884 0.987 0,2.015 0.270 1,4.734-1.352-2,1.146-0.786 0,8.073-13.668 6,4.135-2.959-8,0.674 0.259 1,2.115-5.836-1,0.827 0.923 0,1.624-3.126 0,0.497 3.684 1,1.356 0.161 2,1.128-0.365-2,-2.807 7.444 6,-2.150 20.769-2,-3.252 0.520-2,-0.006 3.733-1,0.000-0.707-2,0.000 1.926 0,0.000 3.121 0,0.000 5.433 0,0.000-12.477 1,0.000 5.883-1,0.000-5.481 4,0.260-23.948 3,3.463 0.200-1,0.681-0.696-6,1.695-4.372 0,-1.774 4.553 1,-0.243 0.709 1,0.176 0.367 0,3.247-6.526-1,-2.126 6.184 2,4.225 5.067 0,-5.450 18.421 5,-2.781 1.676-8,0.524-0.499-1,-0.403-2.780 2,-0.063 0.078 0,0.343 4.553 0,-0.675-4.073 0,0.583 7.363 1,-0.520-6.850 1,9.504-9.235 2,-0.922-13.014-1,-0.802 2.477-1,0.999-0.069-3,0.801 4.882 2,-0.943 13.753 3,-7.312 4.905-5,-1.571-4.260 4,-0.502-0.563-5,-0.778-22.783 6,0.364 0.307-2,0.004-2.217-3,-0.002-4.614-1,-0.002-2.182 1,0.000 7.882 1,0.000-5.935 1,0.000 6.469 0,0.000-6.868 4,0.000 7.932-7,0.000 22.839 6,0.000-0.775 0,0.000 1.291-4,0.000 4.031-2,0.000 5.825 1,0.000 0.179 0,0.000-3.122 0,0.000 0.494 0,0.000-5.384 1,0.000 0.104 1,0.000-0.114 0,0.000-0.263-1,0.000 1.311 1,0.000-0.598 0,0.000-2.404 0,0.000-0.865 1,0.000-0.123 0,0.000-0.131-1,0.000-0.131 1,0.000 9.933 2,0.000-4.487-3,0.000 2.170-1,0.000-5.338 3,0.000-1.429 0,0.000-0.428 1,0.000-0.039-2,0.000 0.583-1,-0.260-0.801-2,-10.613-15.124 5,-0.632-1.422-4,1.469-3.398-1,4.286-0.993 2,0.621-3.537 0,0.219 1.931 0,-0.076 0.139 0,-0.578-4.210-1,2.769 4.081 0,0.513-4.014 2,1.704 1.894 3,1.248 28.112-4,-0.670-0.003-2,-0.156 0.335 0,-0.619-0.653 0,-9.319-19.309 6,3.014-5.446-4,-0.032-4.389 0,1.171-1.270-2,0.572 2.024 2,-0.059 0.288-1,0.530-0.004-1,1.064 0.578 0,1.502 0.690 5,1.019-2.419-2,0.856 1.065 0,0.400 2.433-2,0.257-2.514 1,0.153-0.167 1,-0.064 2.585 1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40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18810.857 10449.857 767,'-5.021'10.981'0,"1.382"0.305"-4,-1.367 7.032 1,0.674-3.397 1,-0.512 0.551 0,-0.195-0.652 1,-0.547 1.683-1,0.471-0.414 2,1.078-1.235 0,-0.061 0.786 0,0.083-1.372 0,-2.368 7.791 1,2.568-11.100 0,-2.964 5.564 2,0.254-4.456-4,-4.479-15.285 5,10.639-9.069-4,0.117-8.129 0,0.162 7.421-2,0.021-2.047 0,0.024 0.153 0,0.012-1.910-1,0.336-7.739 0,0.542-2.104 1,0.675 1.560 1,0.993-1.347-2,3.096-9.325 0,0.118 6.968 1,1.107 0.472 1,0.466 1.437 0,-0.011 2.051 0,2.559-5.312 1,-0.495 4.117 0,-2.630 9.121 0,1.814-2.553 5,-1.189 3.573 0,-2.472 5.702-3,4.513-8.228 6,-1.168 4.675-7,1.335 2.844 1,1.653 11.679 0,-5.410 8.618 2,-5.543 6.448-5,-0.221 1.026 0,-0.039-3.835-1,-0.020 3.788 0,0.001-3.654 1,-0.954 2.309 2,-1.125-0.533-1,-1.101-0.022 0,-0.988-1.755 0,-2.396 4.364 0,2.316-7.263 0,-0.471-0.145 0,-4.034 6.198-1,-0.185-0.910 1,-0.441-0.593 0,0.786-0.879-2,0.175-1.419 2,1.001-3.886 1,-2.460-2.202 2,0.374-14.937 1,4.300-5.928-4,-0.698-0.912-2,1.562 1.586 1,0.638 1.335 1,-0.489 1.864-1,-3.676 19.521 3,-0.322 6.510-2,2.584-5.423 0,-0.582 2.596-1,-0.532 0.754-1,-1.329 1.520-1,-0.748 0.762 1,-0.308 0.207 1,0.787-1.889 0,-0.267-0.228-1,2.272-3.770 1,0.263-0.388 0,-3.862 6.029 1,1.050-1.903 1,1.084-2.017 0,1.305-2.279 0,-2.827 3.252 2,1.202-4.450 0,-2.006-18.346 1,-0.397-9.389-5,4.036 5.659 0,-2.344-7.273-2,-0.217-2.845-1,2.971 6.376 1,0.411-0.742 1,-0.768-6.013-1,0.956-0.033 2,1.805 5.681 0,0.572 0.280 0,0.264-1.982 2,0.635 0.924-1,0.701 3.438 1,0.371 1.132-1,0.146-4.993 2,0.563 3.977-1,0.379 3.906 12,0.547-1.982-18,1.463 25.641 10,-2.028 0.610-1,0.051 5.632-4,0.004 2.252-3,0.000 4.450 1,0.000-10.451 1,0.000-0.719 1,0.000 4.844-3,0.000-1.542 2,0.000 0.847 7,0.000 1.134-6,0.022-2.498 1,0.124-4.909-1,7.563-3.365 1,7.580-8.823 0,8.147-1.975-1,-11.885 0.727-2,3.665-1.385-1,1.550-0.878 2,0.703-0.628-1,0.089-0.427 1,-2.233 0.372 0,-0.433-0.184 0,-0.488-0.145-1,-0.509-0.108 1,-0.264-0.053 2,-0.077-0.012 0,3.044-1.806 0,-2.500 0.962 0,-1.083 0.534-1,-0.903 0.311 0,-1.462 0.473 0,7.383-4.333 3,-6.277 2.639-1,-1.299 2.682 0,-20.478 13.486 4,-1.348-2.727-7,1.533-0.940-1,-1.473-10.057 4,2.872-5.936-2,-0.354-1.399-2,-0.073-0.250 1,-1.261 7.329 0,-7.443 6.775 3,4.625 0.537-1,-5.794 1.069-4,6.979-1.393 1,-0.421 0.294 0,-4.239 0.802 0,3.072-0.550 0,-0.013 0.224 3,-3.184 0.811-1,0.508-0.283 0,-4.678 0.785 0,2.492-1.045 0,0.319-0.782 0,-2.050-0.874 5,6.704-1.232-3,0.299 0.313-1,5.406 7.236 2,18.156-4.236-3,0.005-0.203-1,0.138-0.620 1,6.767-2.713-1,3.325-0.207-1,-2.678-0.066 0,2.824-0.015-1,-3.492-0.016 1,1.023-0.005 0,6.733-0.005-1,0.750-0.006 1,-0.090-0.005-1,-0.653-0.003 2,1.214-0.003 1,-6.938 0.001-1,-1.830 0.000 1,-0.344 0.000 0,-2.615 0.000 2,-2.500 0.001 1,6.629-0.003 12,-6.614 0.001-20,-23.321 0.006 10,-1.468-0.327 1,-5.544-4.480-10,6.429 1.539 2,-2.840-0.689 0,0.405 0.063 0,-0.922-0.379 0,-4.858-1.586-1,0.468-0.047 1,1.145 0.173 0,1.534 0.308 0,-0.517-0.255 1,2.749 0.935 1,2.629 0.976 1,-1.107-0.018-1,1.072 0.201 12,0.959-1.535-8,1.385-2.601-3,-1.580 1.750 0,-1.903 1.524-1,-1.605-0.032-1,2.813 1.793-1,-0.044 1.861 1,-2.208 1.800 1,-5.327 1.816-2,-0.590-0.146 1,-3.999 0.145 0,8.880-1.157-1,-0.579-0.073 0,-5.792 0.340-1,0.115-0.215 0,-5.681 0.172 1,3.502-0.424-1,4.133-0.381 4,4.159-0.324 0,3.816-0.262 0,-2.228-0.075 0,2.304-0.972 1,23.272 13.561 16,5.593-4.091-21,-3.082-1.898 0,1.189 0.487 1,-3.350-1.532 0,-0.154 0.079 0,-0.353-0.157 1,-0.491-0.330 0,4.423 2.026-1,-2.577-1.328 2,-2.748-1.352 0,2.853 1.302 7,-25.603-5.693 0,-4.605-4.385-7,-0.266-0.561-3,-6.072-1.879 0,-5.907-1.846-1,-5.439-1.716-1,0.316-0.363 1,-3.157-1.571-2,-15.654-5.381 0,9.060 2.766 1,-0.552-0.295 1,-15.911-4.613 0,3.494 2.277 2,18.874 5.931 1,3.663 1.171 1,-0.957-0.115-1,6.152 1.914 3,5.869 1.808 1,5.284 1.615 4,4.540 1.379 2,-1.009 0.175 6,3.509 1.141-2,0.323-1.230-13,-1.674 0.862 0,1.281 1.671-1,24.067 9.244 3,1.792 4.047-5,-2.675-3.047 1,3.025 2.154-1,2.459 1.739 0,7.401 5.473 0,1.695 1.151-1,-2.407-1.942 1,-0.316-0.380 0,-2.949-2.013 0,2.045 1.311 1,-0.793-1.125 1,2.635 1.466 4,-3.096-2.296 0,-7.660-5.306 0,-1.649-1.080-4,1.063 0.673 1,-2.610-2.019 5,4.374 2.012 3,-2.280-2.049-3,-2.039-2.177-2,2.538-3.944-3,-1.784-1.089-1,3.418-0.269 0,-0.735 0.006-1,-1.966 0.126 2,3.641 0.031 0,2.951 0.021-2,5.040 0.016 0,-12.159 0.016 1,5.521 0.006 0,-5.494 0.007 2,-23.371-4.487 4,4.470-5.158-3,-1.746-3.424-2,-0.800 0.133-1,0.398 3.721 1,-1.767 1.199 0,1.024 1.486-1,1.025-0.647 2,-2.276-1.431 0,1.640 3.073-1,-6.818-2.063-1,6.094 3.318 0,-1.275-0.278 0,-1.120-0.478-1,-0.950-0.599 1,-4.900-2.301-1,1.609 0.507 0,2.468 0.953 1,2.781 1.139 0,-3.748-1.945 1,28.145 7.250 7,1.230 6.155-4,5.955 5.073-3,-5.734-2.526-6,2.221 1.162 8,-2.354-1.670-4,1.433 0.488 0,6.554 3.517-1,1.407 0.932 1,5.958 2.817-1,-1.670-1.182 1,0.484 0.055 1,-0.399-0.846-1,-0.974-1.404 1,-3.752-2.476 1,-0.625-0.986-1,-0.984-0.894 0,-1.194-0.788 2,-1.310-0.650 2,-1.334-0.523-1,-1.520-0.664-1,-1.581-0.737 0,0.147-0.348 2,-1.374-0.910-1,4.925 0.526 2,-0.917-1.454-1,-0.028-1.504 0,-4.150-1.313 2,-25.231-2.022-2,-2.488 2.195-6,-5.498 0.000 0,7.369 0.000 1,-8.216 0.000 0,8.458 0.000 0,-0.166 0.000 0,-1.273 0.000 1,0.740 0.000 1,-1.058 0.038 1,2.480 0.059 0,-4.221 0.290-1,13.356 10.483 4,11.396-0.277-1,4.109-6.006-4,4.702 0.312 0,-3.338-0.745 0,2.008 0.832-1,1.335 0.704 0,6.950 2.521-1,-4.268-1.320 1,0.254 0.165-1,-0.267-0.216 1,-0.629-0.476 0,3.171 0.593 3,-2.388-1.151 0,-2.664-1.164-1,-2.645-1.088 0,-2.414-0.910 2,5.049 0.283 6,-4.757-2.066-3,-1.712-2.128 0,0.151 0.577-5,1.730 0.527 0,-1.969 0.157 0,1.360 0.031-2,0.312-0.444 3,-6.056-9.122 0,-8.803-1.631-1,-6.514 1.473 0,-0.195 1.990-1,-4.746-1.486 0,0.498 0.560-1,-2.778-1.282 1,-0.425-0.441-1,-0.729-0.634 1,0.098 2.297 0,1.902 3.117 3,-0.183 0.998-1,-5.278-1.761 1,3.254 1.311-3,0.624 1.312 0,5.556 1.727 0,-1.333-0.152 1,0.867 0.065 0,-0.466-0.276-1,-3.580-0.874 0,0.459 0.057 0,-1.355-0.071-1,0.218 0.418 1,2.563 0.351 1,-2.465-0.354 2,-0.548 0.138-2,1.333 0.498 0,-0.631 0.247 0,-0.974 0.031 0,-1.174-0.123-2,-8.641-0.749 1,-0.683 0.258 0,10.176 1.073 0,0.222 0.168 0,-4.508-0.083-1,0.547 0.273 2,-1.947 0.188-1,5.561 0.350 3,1.284 0.148-1,1.152 0.124 0,0.999 0.101-1,-1.696 0.081 2,1.905 0.088 0,-2.890 0.072 0,1.021 0.079 0,1.619 0.016 2,-0.399-0.015-3,-6.841-0.010-2,6.549-0.072 0,1.808-0.024 1,-1.164-0.009-2,2.543-0.008 1,-0.580-0.004 1,-0.777-0.003-1,-0.897-0.003 0,-2.935-0.001 0,-0.678-0.002 0,-2.393-0.002 0,0.356 0.000 0,0.160-0.002 0,2.108 0.000 0,2.398 0.000 0,2.427 0.001 2,-6.154-0.003 0,5.352 0.002 6,24.561 14.088 2,8.778 2.425-13,-5.872-5.297 1,-1.494-1.518 1,1.655 0.814-1,3.405 2.075 0,0.944 0.421 1,-4.852-3.996 0,6.951 3.222 1,1.451-0.246 0,0.818-0.568 1,-2.341-2.149-1,0.648-0.873 0,3.462-0.052 0,-0.169-1.281-1,-0.541-1.247-1,-0.783-1.161 2,4.070-0.472 3,-2.441-1.353 0,-6.723-1.254-1,-3.699-0.629 0,-1.371-0.356 0,1.976-0.309 2,-1.558-0.338-1,-2.771-0.173 5,7.810-0.529-5,-2.000-0.229-1,-3.428 0.116 1,1.689 0.060 0,0.069 0.397-1,-4.205 0.287-1,0.598 0.076-1,1.540 0.047 0,5.280 0.035 1,-7.267-0.006-1,6.452 0.013 0,-1.187-0.005 0,-0.594-0.007 0,1.682-0.007 4,-2.031-0.007-3,-2.372-0.007 0,3.040-0.003 2,-2.229-0.072-1,-5.850-7.393 0,-15.056-2.727 1,-1.840 1.410-3,4.019-2.418 0,3.192-0.020 1,1.090-2.032-1,0.582-2.191 1,0.144 4.332 0,-0.033-3.099 2,-0.156 0.266-3,-0.041 1.390 0,-0.270 0.968 1,-1.795-0.245 1,-1.722-1.109-2,-0.729 1.847-1,-0.892-0.558 1,-0.852-1.414 4,-1.277 0.861-2,1.243 2.140-2,-2.321-2.625 1,1.031 3.425-1,-3.930 8.110 4,-2.400 1.145-4,-1.194 0.005-1,-7.904 0.001 0,10.307 0.002 1,-0.375 0.000 0,-0.171 0.000-1,-0.012 0.000 1,1.747 0.001-1,0.105 0.000 0,-1.483 0.000 3,0.214 0.000 1,-0.963 0.000-2,0.907 0.000 0,-5.202 0.000 1,0.322 0.000-1,2.630 0.000 3,0.615 0.000 0,2.464 0.021-2,0.784 0.390 0,21.830 3.257 0,0.129 0.077 1,1.046 0.341-2,10.696 6.614-3,-6.826-2.647 0,3.611 1.795 0,13.742 7.149-2,4.303 2.489-1,-6.021-3.412 2,7.730 3.720-1,2.146 0.931 1,-0.054 0.346 0,-1.543-0.068 2,-6.582-3.360 1,-2.590-1.562-1,5.193 2.465-1,-6.871-3.775 2,-6.695-3.594 5,-5.994-3.167 2,-5.035-2.624 0,0.040-0.291 3,-9.421-17.929 9,-1.639 0.672-16,-0.078-1.801-2,-0.012 2.431-2,-0.002 0.173 1,-0.019-1.982 0,-0.111 0.438 1,-0.493 0.626 0,-10.492 12.256 2,-0.947 2.175-2,-6.079 3.532 0,7.060-1.700-2,-2.759 1.860 1,-1.054 1.525-2,2.644-0.901 1,-0.834 0.696-30,-4.947 3.435 60,-0.691 1.262-29,-3.637 3.115 0,2.109-1.130 0,0.467-0.250 0,5.106-3.434 0,0.859-0.495 0,-1.412 1.011 1,1.753-1.303 0,1.804-1.404 0,1.737-1.399 1,0.029-0.301 1,-2.462 0.992 4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44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18296.857 10395.857 767,'-16.359'7.890'0,"1.822"1.471"-6,4.296-2.532 4,-2.141 1.668 0,-4.267 3.198-1,-1.984 1.613 1,-1.806 1.278-1,-1.596 0.976 0,-7.245 5.043-1,-0.536 0.437 0,1.078-0.901 2,2.033-1.693 0,6.914-5.252 1,-3.399 1.606 1,4.253-3.160 0,4.183-2.886 3,3.779-2.464 2,-1.995 0.768 4,2.792-1.358-5,-6.531-5.150 4,1.457-0.449-9,-4.154-0.062-1,5.171-0.047 0,1.126-0.026 1,1.833-0.019 0,-5.017-0.101 0,4.905-0.138 1,1.099-3.608-1,-0.379 0.231 0,-1.731-1.266 1,-9.730-5.488 1,6.264 3.268-1,-4.072-1.546 1,-10.809-4.063-5,-4.225-1.079 0,9.653 4.133 0,-0.491 0.155 1,-3.183-0.762 0,1.488 0.915 0,-3.889-0.920 0,4.694 1.771 1,4.926 1.681 3,4.694 1.498 0,4.189 1.266 2,-2.940-1.272 7,5.002-0.362-2,2.960-2.265-1,16.232 0.398-2,2.358 11.075-5,4.134 3.994-1,3.031 4.025-1,-4.307-2.717 0,9.002 5.821-2,1.773 1.163 0,-8.724-5.815 1,0.113-0.224 1,1.875 0.971 0,-0.835-0.543-1,-2.980-1.929 3,-0.976-0.791 0,2.020 0.700 2,-1.670-1.445-1,0.058-0.696 1,-2.269-1.691 3,4.613 0.405 1,-3.145-1.992-3,-3.188 4.018-1,-1.935 2.352 0,-18.271-11.191 0,-0.074-1.385-4,-0.166 1.519 1,-2.315 0.448 0,0.823 0.580-1,0.552 0.458 0,-0.599 0.776 4,-6.503-0.245-1,7.308-0.029-1,-4.798-0.002-2,-2.519-0.002 0,-5.179-0.002-1,-2.329-0.002-2,2.395-0.001 2,3.687 0.000 13,4.148 0.000-13,4.066 0.000 0,-2.068-0.001 0,25.976 0.001 5,-0.302 0.002 1,0.667 0.000-1,0.157 0.000 1,1.446 0.259-3,0.297 0.431 0,5.188 0.276-1,5.089 0.149 0,0.444 0.282-2,3.226 0.642-1,17.137 1.706-2,2.474 0.256 0,1.272-0.130 1,-6.464-0.686 1,-2.974-0.392 1,2.090-0.030 2,-7.575-0.632 0,-7.579-0.571 5,-6.908-0.485-1,-5.891-0.388 10,0.094-0.118-22,-24.354-1.429 15,-2.833 0.011 8,2.343-1.043-5,-8.783-1.671-10,6.262 1.036-1,-1.297 0.016 1,-2.870 0.193-1,2.827 0.394 0,-0.347-0.220 1,-0.027-0.054 0,0.206 0.065 1,-1.978-0.216-1,1.790 0.298 0,2.104 0.333 1,2.166 0.335 0,-6.047-0.535 1,4.119 0.837 4,2.352 1.635 2,-1.062-0.520-5,0.757-0.046-2,-7.061 0.010-2,3.165 0.001 0,-1.989 0.001-1,3.368 0.000 1,-2.762 0.000 1,-0.362 0.000-1,3.661 0.000 1,-0.180 0.000 0,-3.903 0.000 1,0.384 0.000 0,4.153 0.000 0,0.347 0.000-1,-1.354 0.000 1,0.466 0.000 1,0.446 0.000-1,0.411 0.000 1,-0.749 0.000 0,1.049 0.000 0,-0.573 0.012-1,-5.536 0.064 1,6.003 0.172 1,15.630 11.529 2,8.150-4.990-4,-1.296 0.584 0,2.159 2.075 0,-0.003 1.035-2,-0.218-0.555 0,-0.283-1.313 1,-0.840-2.143 3,0.917-1.771-1,-0.645-4.933 2,2.130 1.153-1,2.048 1.963-3,-1.268-0.661-1,1.367 0.951 1,2.365 0.468-1,-0.339-0.443 1,0.048-0.619 0,1.043-0.790 2,-0.593-0.818 0,-1.299-0.529-2,0.972-0.273 1,5.014-0.168-1,-8.742-0.053 0,-2.707-0.198 0,0.469-0.346 1,0.503-0.237-1,0.514-0.147 1,6.889-0.575-2,1.051 0.018 2,-3.926 0.127 1,0.113-0.321-2,0.064-0.145 0,0.026-0.018 0,-2.140 0.297 0,0.025 0.103 1,6.083-0.375 1,-0.944 0.308-1,-6.618 0.621 0,-0.549 0.149 0,5.065-0.136 0,-2.865 0.238 1,-3.059 0.172 0,3.586-0.202 1,-10.672-9.336 3,-4.844-1.262-2,-0.019-3.900-1,-0.008 4.159-3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units="cm"/>
          <inkml:channel name="Y" type="integer" units="cm"/>
          <inkml:channel name="F" type="integer" max="1023" units="dev"/>
        </inkml:traceFormat>
        <inkml:channelProperties>
          <inkml:channelProperty channel="X" name="resolution" value="28.3464566929134" units="1/cm"/>
          <inkml:channelProperty channel="Y" name="resolution" value="28.3464566929134" units="1/cm"/>
          <inkml:channelProperty channel="F" name="resolution" value="0" units="1/dev"/>
        </inkml:channelProperties>
      </inkml:inkSource>
      <inkml:timestamp xml:id="ts0" timeString="2026-10-11T08:19:47"/>
    </inkml:context>
    <inkml:brush xml:id="br0">
      <inkml:brushProperty name="width" value="0.0970111099349128" units="cm"/>
      <inkml:brushProperty name="height" value="0.0970111099349128" units="cm"/>
      <inkml:brushProperty name="color" value="#e9f4ff"/>
      <inkml:brushProperty name="ignorePressure" value="0"/>
    </inkml:brush>
  </inkml:definitions>
  <inkml:trace contextRef="#ctx0" brushRef="#br0">17953.857 10631.857 767,'-11.672'0.000'0,"-1.402"0.000"-4,-1.551 0.000 2,3.356 0.000 3,-4.677 0.000-3,2.624 0.000 2,1.404 0.000 2,-0.736 0.000-2,-5.130 0.000 0,1.915 0.000-2,2.309 0.000 1,-0.866 0.000 1,-1.295 0.000 3,0.796 0.000-4,-0.575 0.000 0,0.185 0.000 1,-1.880 0.000-1,3.843 0.000-1,-0.744 0.000 2,-5.140 0.000 3,-2.772 0.000-3,10.391 0.000-1,-1.123 0.000-1,-1.280 0.000 0,-1.312 0.000 1,0.971 0.000 0,-0.598 0.000 1,1.686-0.198-1,-0.056-0.340 0,-6.239-0.827 0,1.816-0.221 0,2.328-0.004 1,4.350 0.043 0,-6.361-2.830 15,5.599-1.598-22,22.062 10.193 13,3.391 0.061-4,-2.640 0.397-4,-0.354-1.778 0,3.514-0.087 3,-3.413 0.660-1,3.060-0.237 0,0.005-1.432-1,3.511-0.895 1,-4.259-0.650-1,-0.918-0.183-1,3.625-0.100 3,6.602-0.083-2,-9.903 0.047 1,7.503-0.028-2,-1.193 0.019 2,-7.657 0.038 0,8.015-0.009 0,-3.466 0.020 1,1.060 0.012-1,0.888 0.008 0,1.403 0.003 0,-7.849 0.000-1,1.196-0.517 1,3.630-0.502-1,1.083-0.234 0,-3.565 0.228 0,0.075 0.000 0,1.612-0.101 0,-0.714 0.088 0,-0.671 0.111 0,-0.609 0.122 0,3.394-0.065 2,-1.969 0.220 1,3.582-0.003 0,0.204 0.288 1,-2.886 0.260 1,-1.854 0.116-5,-0.659-0.207-1,2.693-1.810 4,0.692-1.063-3,-3.938 0.367 1,-1.888-0.778 0,-21.026-0.516 3,-0.139-0.664 0,-3.083 4.192-4,1.605 0.376 0,-2.965 0.063-1,3.981 0.031 2,-2.448 0.007 1,-0.847 0.003-3,0.533-0.003 1,-2.905-0.003 1,-1.878-0.001-1,-1.510-0.002 0,8.094-0.003 0,-0.809 0.000 0,-0.727 0.000 0,1.394-0.001 1,-0.185 0.000-1,-5.843 0.000 0,-0.192 0.000 0,-0.835 0.000 1,1.827 0.000 1,-2.626 0.000-2,0.304 0.000 2,1.774 0.000 6,1.939 0.000-9,1.561 0.000 2,-1.059 0.000 2,-1.867 0.000-2,0.617 0.000-1,0.652 0.000 0,0.384 0.000 3,1.808 0.000-2,1.447 0.000 0,30.701 0.000 5,-1.068 0.000-7,2.225 0.000-1,4.699 0.000 0,21.613 0.368-5,9.750 0.577 0,1.330 0.147 1,6.391 0.100 0,1.003 0.382 0,5.046 0.465-1,2.685 0.408 1,0.881 0.349 2,3.229 0.115 0,11.066 0.594 2,-0.944 0.244-1,-12.863-0.463-3,-4.525-0.188 2,8.270 0.338 13,-10.202-0.534-4,-20.197-0.935-6,-6.566-0.345 1,2.198-0.017 15,-10.966-0.499 1,-9.371-0.401 1,-7.586-0.306-2,-1.617-0.190-7,-24.357-1.115-13,-2.722-0.005 17,-8.778-4.695-4,5.901 0.015-10,-4.300-1.828-1,-0.806-0.198 1,-3.741-0.963 0,-8.932-2.517-2,-4.837-1.151 0,-4.841-0.996 0,-4.614-0.839-1,-7.214-1.685 1,-0.980-0.071-1,0.534 0.238 1,2.290 1.039 1,-7.994-1.397-1,0.418 0.940 2,8.309 2.620 2,1.765 1.003 3,2.704 1.249 3,3.242 1.370-2,-0.755 0.659-6,5.544 1.671 4,1.685 1.021 3,8.087 1.698 2,7.411 1.358 0,6.399 1.039 2,5.257 0.756-2,-1.279 0.790-3,-0.064 1.941 2,0.080-4.900 2,2.805 1.319-2,-10.975-0.604-3,9.435 1.186-3,-0.575 0.123 0,-0.546 0.122 0,-0.494 0.116 0,-3.327 0.043-1,1.167 0.138 1,1.683 0.109 1,2.013 0.085 0,-6.575 0.060-1,6.930 0.113 5,0.516 0.085 1,-0.040-0.034-3,-3.408 3.018-1,1.116 2.615-1,-3.647 3.181-3,1.480 0.496 2,-1.923 2.878-2,7.465-4.049 1,0.509 0.113 2,0.813-0.275 1,0.945-0.501-1,0.640 0.141-1,-3.643 5.827 2,2.700-3.340 3,-0.474 1.015-2,2.445-0.378 0,0.271-0.881-3,1.147 2.296 2,4.196-0.566 0,1.872 0.103-1,3.764 0.014 0,10.086-4.018-1,-3.707-5.262 0,4.069-0.232-2,1.374-0.500 1,3.385-0.222 0,10.857 0.085-2,3.970-0.350 0,-1.565-0.396 0,1.829-0.222 0,5.497-0.154 0,-0.033-0.195 0,-4.350-0.162 1,-1.261-0.095 2,-2.182-0.074 0,-2.733-0.053 1,-2.849-0.037 1,-2.797-0.023 0,-5.012 0.001 2,-1.810-0.004-1,5.103-0.050 1,-4.668 0.012 6,-4.227 0.019-5,3.353-0.045 1,-4.372 0.041 2,0.099-0.263-3,-13.733-10.782-4,-11.698 6.239-1,2.256 0.650 0,-2.401-0.249-1,-0.460 0.719 1,-0.120 1.018 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E9F4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customXml" Target="../ink/ink4.xml"/><Relationship Id="rId7" Type="http://schemas.openxmlformats.org/officeDocument/2006/relationships/image" Target="../media/image5.png"/><Relationship Id="rId63" Type="http://schemas.openxmlformats.org/officeDocument/2006/relationships/notesSlide" Target="../notesSlides/notesSlide1.xml"/><Relationship Id="rId62" Type="http://schemas.openxmlformats.org/officeDocument/2006/relationships/slideLayout" Target="../slideLayouts/slideLayout2.xml"/><Relationship Id="rId61" Type="http://schemas.openxmlformats.org/officeDocument/2006/relationships/image" Target="../media/image29.png"/><Relationship Id="rId60" Type="http://schemas.openxmlformats.org/officeDocument/2006/relationships/customXml" Target="../ink/ink33.xml"/><Relationship Id="rId6" Type="http://schemas.openxmlformats.org/officeDocument/2006/relationships/customXml" Target="../ink/ink3.xml"/><Relationship Id="rId59" Type="http://schemas.openxmlformats.org/officeDocument/2006/relationships/image" Target="../media/image28.png"/><Relationship Id="rId58" Type="http://schemas.openxmlformats.org/officeDocument/2006/relationships/customXml" Target="../ink/ink32.xml"/><Relationship Id="rId57" Type="http://schemas.openxmlformats.org/officeDocument/2006/relationships/image" Target="../media/image27.png"/><Relationship Id="rId56" Type="http://schemas.openxmlformats.org/officeDocument/2006/relationships/customXml" Target="../ink/ink31.xml"/><Relationship Id="rId55" Type="http://schemas.openxmlformats.org/officeDocument/2006/relationships/image" Target="../media/image26.png"/><Relationship Id="rId54" Type="http://schemas.openxmlformats.org/officeDocument/2006/relationships/customXml" Target="../ink/ink30.xml"/><Relationship Id="rId53" Type="http://schemas.openxmlformats.org/officeDocument/2006/relationships/image" Target="../media/image25.png"/><Relationship Id="rId52" Type="http://schemas.openxmlformats.org/officeDocument/2006/relationships/customXml" Target="../ink/ink29.xml"/><Relationship Id="rId51" Type="http://schemas.openxmlformats.org/officeDocument/2006/relationships/customXml" Target="../ink/ink28.xml"/><Relationship Id="rId50" Type="http://schemas.openxmlformats.org/officeDocument/2006/relationships/image" Target="../media/image24.png"/><Relationship Id="rId5" Type="http://schemas.openxmlformats.org/officeDocument/2006/relationships/image" Target="../media/image4.png"/><Relationship Id="rId49" Type="http://schemas.openxmlformats.org/officeDocument/2006/relationships/customXml" Target="../ink/ink27.xml"/><Relationship Id="rId48" Type="http://schemas.openxmlformats.org/officeDocument/2006/relationships/image" Target="../media/image23.png"/><Relationship Id="rId47" Type="http://schemas.openxmlformats.org/officeDocument/2006/relationships/customXml" Target="../ink/ink26.xml"/><Relationship Id="rId46" Type="http://schemas.openxmlformats.org/officeDocument/2006/relationships/image" Target="../media/image22.png"/><Relationship Id="rId45" Type="http://schemas.openxmlformats.org/officeDocument/2006/relationships/customXml" Target="../ink/ink25.xml"/><Relationship Id="rId44" Type="http://schemas.openxmlformats.org/officeDocument/2006/relationships/customXml" Target="../ink/ink24.xml"/><Relationship Id="rId43" Type="http://schemas.openxmlformats.org/officeDocument/2006/relationships/image" Target="../media/image21.png"/><Relationship Id="rId42" Type="http://schemas.openxmlformats.org/officeDocument/2006/relationships/customXml" Target="../ink/ink23.xml"/><Relationship Id="rId41" Type="http://schemas.openxmlformats.org/officeDocument/2006/relationships/customXml" Target="../ink/ink22.xml"/><Relationship Id="rId40" Type="http://schemas.openxmlformats.org/officeDocument/2006/relationships/image" Target="../media/image20.png"/><Relationship Id="rId4" Type="http://schemas.openxmlformats.org/officeDocument/2006/relationships/customXml" Target="../ink/ink2.xml"/><Relationship Id="rId39" Type="http://schemas.openxmlformats.org/officeDocument/2006/relationships/customXml" Target="../ink/ink21.xml"/><Relationship Id="rId38" Type="http://schemas.openxmlformats.org/officeDocument/2006/relationships/image" Target="../media/image19.png"/><Relationship Id="rId37" Type="http://schemas.openxmlformats.org/officeDocument/2006/relationships/customXml" Target="../ink/ink20.xml"/><Relationship Id="rId36" Type="http://schemas.openxmlformats.org/officeDocument/2006/relationships/image" Target="../media/image18.png"/><Relationship Id="rId35" Type="http://schemas.openxmlformats.org/officeDocument/2006/relationships/customXml" Target="../ink/ink19.xml"/><Relationship Id="rId34" Type="http://schemas.openxmlformats.org/officeDocument/2006/relationships/image" Target="../media/image17.png"/><Relationship Id="rId33" Type="http://schemas.openxmlformats.org/officeDocument/2006/relationships/customXml" Target="../ink/ink18.xml"/><Relationship Id="rId32" Type="http://schemas.openxmlformats.org/officeDocument/2006/relationships/image" Target="../media/image16.png"/><Relationship Id="rId31" Type="http://schemas.openxmlformats.org/officeDocument/2006/relationships/customXml" Target="../ink/ink17.xml"/><Relationship Id="rId30" Type="http://schemas.openxmlformats.org/officeDocument/2006/relationships/image" Target="../media/image15.png"/><Relationship Id="rId3" Type="http://schemas.openxmlformats.org/officeDocument/2006/relationships/image" Target="../media/image3.png"/><Relationship Id="rId29" Type="http://schemas.openxmlformats.org/officeDocument/2006/relationships/customXml" Target="../ink/ink16.xml"/><Relationship Id="rId28" Type="http://schemas.openxmlformats.org/officeDocument/2006/relationships/image" Target="../media/image14.png"/><Relationship Id="rId27" Type="http://schemas.openxmlformats.org/officeDocument/2006/relationships/customXml" Target="../ink/ink15.xml"/><Relationship Id="rId26" Type="http://schemas.openxmlformats.org/officeDocument/2006/relationships/customXml" Target="../ink/ink14.xml"/><Relationship Id="rId25" Type="http://schemas.openxmlformats.org/officeDocument/2006/relationships/image" Target="../media/image13.png"/><Relationship Id="rId24" Type="http://schemas.openxmlformats.org/officeDocument/2006/relationships/customXml" Target="../ink/ink13.xml"/><Relationship Id="rId23" Type="http://schemas.openxmlformats.org/officeDocument/2006/relationships/image" Target="../media/image12.png"/><Relationship Id="rId22" Type="http://schemas.openxmlformats.org/officeDocument/2006/relationships/customXml" Target="../ink/ink12.xml"/><Relationship Id="rId21" Type="http://schemas.openxmlformats.org/officeDocument/2006/relationships/customXml" Target="../ink/ink11.xml"/><Relationship Id="rId20" Type="http://schemas.openxmlformats.org/officeDocument/2006/relationships/image" Target="../media/image11.png"/><Relationship Id="rId2" Type="http://schemas.openxmlformats.org/officeDocument/2006/relationships/customXml" Target="../ink/ink1.xml"/><Relationship Id="rId19" Type="http://schemas.openxmlformats.org/officeDocument/2006/relationships/customXml" Target="../ink/ink10.xml"/><Relationship Id="rId18" Type="http://schemas.openxmlformats.org/officeDocument/2006/relationships/customXml" Target="../ink/ink9.xml"/><Relationship Id="rId17" Type="http://schemas.openxmlformats.org/officeDocument/2006/relationships/image" Target="../media/image10.png"/><Relationship Id="rId16" Type="http://schemas.openxmlformats.org/officeDocument/2006/relationships/customXml" Target="../ink/ink8.xml"/><Relationship Id="rId15" Type="http://schemas.openxmlformats.org/officeDocument/2006/relationships/image" Target="../media/image9.png"/><Relationship Id="rId14" Type="http://schemas.openxmlformats.org/officeDocument/2006/relationships/customXml" Target="../ink/ink7.xml"/><Relationship Id="rId13" Type="http://schemas.openxmlformats.org/officeDocument/2006/relationships/image" Target="../media/image8.png"/><Relationship Id="rId12" Type="http://schemas.openxmlformats.org/officeDocument/2006/relationships/customXml" Target="../ink/ink6.xml"/><Relationship Id="rId11" Type="http://schemas.openxmlformats.org/officeDocument/2006/relationships/image" Target="../media/image7.png"/><Relationship Id="rId10" Type="http://schemas.openxmlformats.org/officeDocument/2006/relationships/customXml" Target="../ink/ink5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customXml" Target="../ink/ink35.xml"/><Relationship Id="rId8" Type="http://schemas.openxmlformats.org/officeDocument/2006/relationships/image" Target="../media/image36.png"/><Relationship Id="rId7" Type="http://schemas.openxmlformats.org/officeDocument/2006/relationships/customXml" Target="../ink/ink34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34" Type="http://schemas.openxmlformats.org/officeDocument/2006/relationships/notesSlide" Target="../notesSlides/notesSlide2.xml"/><Relationship Id="rId33" Type="http://schemas.openxmlformats.org/officeDocument/2006/relationships/slideLayout" Target="../slideLayouts/slideLayout2.xml"/><Relationship Id="rId32" Type="http://schemas.openxmlformats.org/officeDocument/2006/relationships/image" Target="../media/image44.png"/><Relationship Id="rId31" Type="http://schemas.openxmlformats.org/officeDocument/2006/relationships/customXml" Target="../ink/ink47.xml"/><Relationship Id="rId30" Type="http://schemas.openxmlformats.org/officeDocument/2006/relationships/customXml" Target="../ink/ink46.xml"/><Relationship Id="rId3" Type="http://schemas.openxmlformats.org/officeDocument/2006/relationships/image" Target="../media/image32.png"/><Relationship Id="rId29" Type="http://schemas.openxmlformats.org/officeDocument/2006/relationships/image" Target="../media/image23.png"/><Relationship Id="rId28" Type="http://schemas.openxmlformats.org/officeDocument/2006/relationships/customXml" Target="../ink/ink45.xml"/><Relationship Id="rId27" Type="http://schemas.openxmlformats.org/officeDocument/2006/relationships/image" Target="../media/image43.png"/><Relationship Id="rId26" Type="http://schemas.openxmlformats.org/officeDocument/2006/relationships/customXml" Target="../ink/ink44.xml"/><Relationship Id="rId25" Type="http://schemas.openxmlformats.org/officeDocument/2006/relationships/image" Target="../media/image42.png"/><Relationship Id="rId24" Type="http://schemas.openxmlformats.org/officeDocument/2006/relationships/customXml" Target="../ink/ink43.xml"/><Relationship Id="rId23" Type="http://schemas.openxmlformats.org/officeDocument/2006/relationships/image" Target="../media/image9.png"/><Relationship Id="rId22" Type="http://schemas.openxmlformats.org/officeDocument/2006/relationships/customXml" Target="../ink/ink42.xml"/><Relationship Id="rId21" Type="http://schemas.openxmlformats.org/officeDocument/2006/relationships/image" Target="../media/image41.png"/><Relationship Id="rId20" Type="http://schemas.openxmlformats.org/officeDocument/2006/relationships/customXml" Target="../ink/ink41.xml"/><Relationship Id="rId2" Type="http://schemas.openxmlformats.org/officeDocument/2006/relationships/image" Target="../media/image31.png"/><Relationship Id="rId19" Type="http://schemas.openxmlformats.org/officeDocument/2006/relationships/customXml" Target="../ink/ink40.xml"/><Relationship Id="rId18" Type="http://schemas.openxmlformats.org/officeDocument/2006/relationships/image" Target="../media/image40.png"/><Relationship Id="rId17" Type="http://schemas.openxmlformats.org/officeDocument/2006/relationships/customXml" Target="../ink/ink39.xml"/><Relationship Id="rId16" Type="http://schemas.openxmlformats.org/officeDocument/2006/relationships/image" Target="../media/image7.png"/><Relationship Id="rId15" Type="http://schemas.openxmlformats.org/officeDocument/2006/relationships/customXml" Target="../ink/ink38.xml"/><Relationship Id="rId14" Type="http://schemas.openxmlformats.org/officeDocument/2006/relationships/image" Target="../media/image39.png"/><Relationship Id="rId13" Type="http://schemas.openxmlformats.org/officeDocument/2006/relationships/customXml" Target="../ink/ink37.xml"/><Relationship Id="rId12" Type="http://schemas.openxmlformats.org/officeDocument/2006/relationships/image" Target="../media/image38.png"/><Relationship Id="rId11" Type="http://schemas.openxmlformats.org/officeDocument/2006/relationships/customXml" Target="../ink/ink36.xml"/><Relationship Id="rId10" Type="http://schemas.openxmlformats.org/officeDocument/2006/relationships/image" Target="../media/image37.png"/><Relationship Id="rId1" Type="http://schemas.openxmlformats.org/officeDocument/2006/relationships/image" Target="../media/image3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customXml" Target="../ink/ink50.xml"/><Relationship Id="rId4" Type="http://schemas.openxmlformats.org/officeDocument/2006/relationships/image" Target="../media/image46.png"/><Relationship Id="rId3" Type="http://schemas.openxmlformats.org/officeDocument/2006/relationships/customXml" Target="../ink/ink49.xml"/><Relationship Id="rId2" Type="http://schemas.openxmlformats.org/officeDocument/2006/relationships/image" Target="../media/image45.png"/><Relationship Id="rId1" Type="http://schemas.openxmlformats.org/officeDocument/2006/relationships/customXml" Target="../ink/ink48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52.png"/><Relationship Id="rId8" Type="http://schemas.openxmlformats.org/officeDocument/2006/relationships/customXml" Target="../ink/ink54.xml"/><Relationship Id="rId7" Type="http://schemas.openxmlformats.org/officeDocument/2006/relationships/image" Target="../media/image51.png"/><Relationship Id="rId6" Type="http://schemas.openxmlformats.org/officeDocument/2006/relationships/customXml" Target="../ink/ink53.xml"/><Relationship Id="rId5" Type="http://schemas.openxmlformats.org/officeDocument/2006/relationships/image" Target="../media/image50.png"/><Relationship Id="rId46" Type="http://schemas.openxmlformats.org/officeDocument/2006/relationships/notesSlide" Target="../notesSlides/notesSlide4.xml"/><Relationship Id="rId45" Type="http://schemas.openxmlformats.org/officeDocument/2006/relationships/slideLayout" Target="../slideLayouts/slideLayout2.xml"/><Relationship Id="rId44" Type="http://schemas.openxmlformats.org/officeDocument/2006/relationships/customXml" Target="../ink/ink72.xml"/><Relationship Id="rId43" Type="http://schemas.openxmlformats.org/officeDocument/2006/relationships/image" Target="../media/image68.png"/><Relationship Id="rId42" Type="http://schemas.openxmlformats.org/officeDocument/2006/relationships/customXml" Target="../ink/ink71.xml"/><Relationship Id="rId41" Type="http://schemas.openxmlformats.org/officeDocument/2006/relationships/image" Target="../media/image67.png"/><Relationship Id="rId40" Type="http://schemas.openxmlformats.org/officeDocument/2006/relationships/customXml" Target="../ink/ink70.xml"/><Relationship Id="rId4" Type="http://schemas.openxmlformats.org/officeDocument/2006/relationships/customXml" Target="../ink/ink52.xml"/><Relationship Id="rId39" Type="http://schemas.openxmlformats.org/officeDocument/2006/relationships/image" Target="../media/image66.png"/><Relationship Id="rId38" Type="http://schemas.openxmlformats.org/officeDocument/2006/relationships/customXml" Target="../ink/ink69.xml"/><Relationship Id="rId37" Type="http://schemas.openxmlformats.org/officeDocument/2006/relationships/image" Target="../media/image65.png"/><Relationship Id="rId36" Type="http://schemas.openxmlformats.org/officeDocument/2006/relationships/customXml" Target="../ink/ink68.xml"/><Relationship Id="rId35" Type="http://schemas.openxmlformats.org/officeDocument/2006/relationships/image" Target="../media/image64.png"/><Relationship Id="rId34" Type="http://schemas.openxmlformats.org/officeDocument/2006/relationships/customXml" Target="../ink/ink67.xml"/><Relationship Id="rId33" Type="http://schemas.openxmlformats.org/officeDocument/2006/relationships/image" Target="../media/image63.png"/><Relationship Id="rId32" Type="http://schemas.openxmlformats.org/officeDocument/2006/relationships/customXml" Target="../ink/ink66.xml"/><Relationship Id="rId31" Type="http://schemas.openxmlformats.org/officeDocument/2006/relationships/image" Target="../media/image62.png"/><Relationship Id="rId30" Type="http://schemas.openxmlformats.org/officeDocument/2006/relationships/customXml" Target="../ink/ink65.xml"/><Relationship Id="rId3" Type="http://schemas.openxmlformats.org/officeDocument/2006/relationships/image" Target="../media/image49.png"/><Relationship Id="rId29" Type="http://schemas.openxmlformats.org/officeDocument/2006/relationships/image" Target="../media/image61.png"/><Relationship Id="rId28" Type="http://schemas.openxmlformats.org/officeDocument/2006/relationships/customXml" Target="../ink/ink64.xml"/><Relationship Id="rId27" Type="http://schemas.openxmlformats.org/officeDocument/2006/relationships/image" Target="../media/image60.png"/><Relationship Id="rId26" Type="http://schemas.openxmlformats.org/officeDocument/2006/relationships/customXml" Target="../ink/ink63.xml"/><Relationship Id="rId25" Type="http://schemas.openxmlformats.org/officeDocument/2006/relationships/image" Target="../media/image45.png"/><Relationship Id="rId24" Type="http://schemas.openxmlformats.org/officeDocument/2006/relationships/customXml" Target="../ink/ink62.xml"/><Relationship Id="rId23" Type="http://schemas.openxmlformats.org/officeDocument/2006/relationships/image" Target="../media/image59.png"/><Relationship Id="rId22" Type="http://schemas.openxmlformats.org/officeDocument/2006/relationships/customXml" Target="../ink/ink61.xml"/><Relationship Id="rId21" Type="http://schemas.openxmlformats.org/officeDocument/2006/relationships/image" Target="../media/image58.png"/><Relationship Id="rId20" Type="http://schemas.openxmlformats.org/officeDocument/2006/relationships/customXml" Target="../ink/ink60.xml"/><Relationship Id="rId2" Type="http://schemas.openxmlformats.org/officeDocument/2006/relationships/customXml" Target="../ink/ink51.xml"/><Relationship Id="rId19" Type="http://schemas.openxmlformats.org/officeDocument/2006/relationships/image" Target="../media/image57.png"/><Relationship Id="rId18" Type="http://schemas.openxmlformats.org/officeDocument/2006/relationships/customXml" Target="../ink/ink59.xml"/><Relationship Id="rId17" Type="http://schemas.openxmlformats.org/officeDocument/2006/relationships/image" Target="../media/image56.png"/><Relationship Id="rId16" Type="http://schemas.openxmlformats.org/officeDocument/2006/relationships/customXml" Target="../ink/ink58.xml"/><Relationship Id="rId15" Type="http://schemas.openxmlformats.org/officeDocument/2006/relationships/image" Target="../media/image55.png"/><Relationship Id="rId14" Type="http://schemas.openxmlformats.org/officeDocument/2006/relationships/customXml" Target="../ink/ink57.xml"/><Relationship Id="rId13" Type="http://schemas.openxmlformats.org/officeDocument/2006/relationships/image" Target="../media/image54.png"/><Relationship Id="rId12" Type="http://schemas.openxmlformats.org/officeDocument/2006/relationships/customXml" Target="../ink/ink56.xml"/><Relationship Id="rId11" Type="http://schemas.openxmlformats.org/officeDocument/2006/relationships/image" Target="../media/image53.png"/><Relationship Id="rId10" Type="http://schemas.openxmlformats.org/officeDocument/2006/relationships/customXml" Target="../ink/ink55.xml"/><Relationship Id="rId1" Type="http://schemas.openxmlformats.org/officeDocument/2006/relationships/image" Target="../media/image4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72.png"/><Relationship Id="rId5" Type="http://schemas.openxmlformats.org/officeDocument/2006/relationships/customXml" Target="../ink/ink74.xml"/><Relationship Id="rId4" Type="http://schemas.openxmlformats.org/officeDocument/2006/relationships/image" Target="../media/image71.png"/><Relationship Id="rId3" Type="http://schemas.openxmlformats.org/officeDocument/2006/relationships/customXml" Target="../ink/ink73.xml"/><Relationship Id="rId2" Type="http://schemas.openxmlformats.org/officeDocument/2006/relationships/image" Target="../media/image70.png"/><Relationship Id="rId1" Type="http://schemas.openxmlformats.org/officeDocument/2006/relationships/image" Target="../media/image6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customXml" Target="../ink/ink79.xml"/><Relationship Id="rId8" Type="http://schemas.openxmlformats.org/officeDocument/2006/relationships/image" Target="../media/image76.png"/><Relationship Id="rId7" Type="http://schemas.openxmlformats.org/officeDocument/2006/relationships/customXml" Target="../ink/ink78.xml"/><Relationship Id="rId6" Type="http://schemas.openxmlformats.org/officeDocument/2006/relationships/image" Target="../media/image75.png"/><Relationship Id="rId5" Type="http://schemas.openxmlformats.org/officeDocument/2006/relationships/customXml" Target="../ink/ink77.xml"/><Relationship Id="rId4" Type="http://schemas.openxmlformats.org/officeDocument/2006/relationships/image" Target="../media/image74.png"/><Relationship Id="rId3" Type="http://schemas.openxmlformats.org/officeDocument/2006/relationships/customXml" Target="../ink/ink76.xml"/><Relationship Id="rId2" Type="http://schemas.openxmlformats.org/officeDocument/2006/relationships/image" Target="../media/image73.png"/><Relationship Id="rId16" Type="http://schemas.openxmlformats.org/officeDocument/2006/relationships/notesSlide" Target="../notesSlides/notesSlide6.xml"/><Relationship Id="rId15" Type="http://schemas.openxmlformats.org/officeDocument/2006/relationships/slideLayout" Target="../slideLayouts/slideLayout2.xml"/><Relationship Id="rId14" Type="http://schemas.openxmlformats.org/officeDocument/2006/relationships/image" Target="../media/image79.png"/><Relationship Id="rId13" Type="http://schemas.openxmlformats.org/officeDocument/2006/relationships/customXml" Target="../ink/ink81.xml"/><Relationship Id="rId12" Type="http://schemas.openxmlformats.org/officeDocument/2006/relationships/image" Target="../media/image78.png"/><Relationship Id="rId11" Type="http://schemas.openxmlformats.org/officeDocument/2006/relationships/customXml" Target="../ink/ink80.xml"/><Relationship Id="rId10" Type="http://schemas.openxmlformats.org/officeDocument/2006/relationships/image" Target="../media/image77.png"/><Relationship Id="rId1" Type="http://schemas.openxmlformats.org/officeDocument/2006/relationships/customXml" Target="../ink/ink7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943451" cy="6858000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3" name="Text 1"/>
          <p:cNvSpPr/>
          <p:nvPr/>
        </p:nvSpPr>
        <p:spPr>
          <a:xfrm>
            <a:off x="507987" y="835124"/>
            <a:ext cx="5435464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b="1" kern="100" spc="-7" dirty="0">
                <a:solidFill>
                  <a:srgbClr val="1E2A44"/>
                </a:solidFill>
                <a:latin typeface="Urbanist Bold" panose="020B0A04040200000203" pitchFamily="34" charset="0"/>
                <a:ea typeface="Urbanist Bold" panose="020B0A04040200000203" pitchFamily="34" charset="-122"/>
                <a:cs typeface="Urbanist Bold" panose="020B0A04040200000203" pitchFamily="34" charset="-120"/>
              </a:rPr>
              <a:t>Healthcare × AI/ML × IOT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7987" y="1428849"/>
            <a:ext cx="5181470" cy="20268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00" kern="100" spc="-76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What if we could identify high-risk patients before they return?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07987" y="3646190"/>
            <a:ext cx="5435464" cy="3199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8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Hospital ReAdmission Risk Prediction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07987" y="4483695"/>
            <a:ext cx="5181470" cy="11620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Predict. Prioritize. Prevent.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Team :CareX</a:t>
            </a:r>
            <a:endParaRPr lang="en-US" sz="1500" dirty="0"/>
          </a:p>
          <a:p>
            <a:pPr marL="304800" indent="-304800" algn="l">
              <a:lnSpc>
                <a:spcPct val="117000"/>
              </a:lnSpc>
              <a:buSzPct val="100000"/>
              <a:buChar char="•"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Team Members : 1.Mahesh           2.Junjappa             3. basavaraj 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7987" y="5817195"/>
            <a:ext cx="5435464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                              4 darshan          5 Nagaraj                 6.Jayant</a:t>
            </a:r>
            <a:endParaRPr lang="en-US" sz="1200" dirty="0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02237" y="203200"/>
            <a:ext cx="5181470" cy="323244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502237" y="3607098"/>
            <a:ext cx="5181470" cy="1676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Target users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Doctors, care teams, and Patiants</a:t>
            </a:r>
            <a:endParaRPr lang="en-US" sz="1500" dirty="0"/>
          </a:p>
          <a:p>
            <a:pPr marL="0" indent="0" algn="l">
              <a:lnSpc>
                <a:spcPct val="117000"/>
              </a:lnSpc>
              <a:spcAft>
                <a:spcPts val="1300"/>
              </a:spcAft>
              <a:buNone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The workload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Many patients, limited attention, and hidden readmission risk</a:t>
            </a:r>
            <a:endParaRPr lang="en-US" sz="1500" dirty="0"/>
          </a:p>
          <a:p>
            <a:pPr marL="0" indent="0" algn="l">
              <a:lnSpc>
                <a:spcPct val="117000"/>
              </a:lnSpc>
              <a:buNone/>
            </a:pPr>
            <a:r>
              <a:rPr lang="en-US" sz="15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Decision-support problem</a:t>
            </a: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Surface who may need attention next, before they return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502237" y="5454948"/>
            <a:ext cx="5181470" cy="11998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1300"/>
              </a:spcAft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Patient Data → Hidden Risk → AI Prediction → Physical / Digital Display → Follow-Up</a:t>
            </a:r>
            <a:endParaRPr lang="en-US" sz="1200" dirty="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ESP32 + LCD are a prototype output layer, not a medical device. ReAdmission AI supports follow-up prioritization; it does not replace clinical judgment.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11" name="Ink 10"/>
              <p14:cNvContentPartPr/>
              <p14:nvPr/>
            </p14:nvContentPartPr>
            <p14:xfrm>
              <a:off x="11619865" y="3932555"/>
              <a:ext cx="133350" cy="1586865"/>
            </p14:xfrm>
          </p:contentPart>
        </mc:Choice>
        <mc:Fallback xmlns="">
          <p:pic>
            <p:nvPicPr>
              <p:cNvPr id="11" name="Ink 10"/>
            </p:nvPicPr>
            <p:blipFill>
              <a:blip r:embed="rId3"/>
            </p:blipFill>
            <p:spPr>
              <a:xfrm>
                <a:off x="11619865" y="3932555"/>
                <a:ext cx="133350" cy="158686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12" name="Ink 11"/>
              <p14:cNvContentPartPr/>
              <p14:nvPr/>
            </p14:nvContentPartPr>
            <p14:xfrm>
              <a:off x="11822430" y="4532630"/>
              <a:ext cx="635" cy="879475"/>
            </p14:xfrm>
          </p:contentPart>
        </mc:Choice>
        <mc:Fallback xmlns="">
          <p:pic>
            <p:nvPicPr>
              <p:cNvPr id="12" name="Ink 11"/>
            </p:nvPicPr>
            <p:blipFill>
              <a:blip r:embed="rId5"/>
            </p:blipFill>
            <p:spPr>
              <a:xfrm>
                <a:off x="11822430" y="4532630"/>
                <a:ext cx="635" cy="8794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13" name="Ink 12"/>
              <p14:cNvContentPartPr/>
              <p14:nvPr/>
            </p14:nvContentPartPr>
            <p14:xfrm>
              <a:off x="11331575" y="3282315"/>
              <a:ext cx="193675" cy="1939290"/>
            </p14:xfrm>
          </p:contentPart>
        </mc:Choice>
        <mc:Fallback xmlns="">
          <p:pic>
            <p:nvPicPr>
              <p:cNvPr id="13" name="Ink 12"/>
            </p:nvPicPr>
            <p:blipFill>
              <a:blip r:embed="rId7"/>
            </p:blipFill>
            <p:spPr>
              <a:xfrm>
                <a:off x="11331575" y="3282315"/>
                <a:ext cx="193675" cy="19392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14" name="Ink 13"/>
              <p14:cNvContentPartPr/>
              <p14:nvPr/>
            </p14:nvContentPartPr>
            <p14:xfrm>
              <a:off x="11834495" y="6258560"/>
              <a:ext cx="95885" cy="414655"/>
            </p14:xfrm>
          </p:contentPart>
        </mc:Choice>
        <mc:Fallback xmlns="">
          <p:pic>
            <p:nvPicPr>
              <p:cNvPr id="14" name="Ink 13"/>
            </p:nvPicPr>
            <p:blipFill>
              <a:blip r:embed="rId9"/>
            </p:blipFill>
            <p:spPr>
              <a:xfrm>
                <a:off x="11834495" y="6258560"/>
                <a:ext cx="95885" cy="4146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15" name="Ink 14"/>
              <p14:cNvContentPartPr/>
              <p14:nvPr/>
            </p14:nvContentPartPr>
            <p14:xfrm>
              <a:off x="12024995" y="6595110"/>
              <a:ext cx="635" cy="635"/>
            </p14:xfrm>
          </p:contentPart>
        </mc:Choice>
        <mc:Fallback xmlns="">
          <p:pic>
            <p:nvPicPr>
              <p:cNvPr id="15" name="Ink 14"/>
            </p:nvPicPr>
            <p:blipFill>
              <a:blip r:embed="rId11"/>
            </p:blipFill>
            <p:spPr>
              <a:xfrm>
                <a:off x="12024995" y="659511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16" name="Ink 15"/>
              <p14:cNvContentPartPr/>
              <p14:nvPr/>
            </p14:nvContentPartPr>
            <p14:xfrm>
              <a:off x="11664950" y="6140450"/>
              <a:ext cx="471170" cy="629285"/>
            </p14:xfrm>
          </p:contentPart>
        </mc:Choice>
        <mc:Fallback xmlns="">
          <p:pic>
            <p:nvPicPr>
              <p:cNvPr id="16" name="Ink 15"/>
            </p:nvPicPr>
            <p:blipFill>
              <a:blip r:embed="rId13"/>
            </p:blipFill>
            <p:spPr>
              <a:xfrm>
                <a:off x="11664950" y="6140450"/>
                <a:ext cx="471170" cy="6292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17" name="Ink 16"/>
              <p14:cNvContentPartPr/>
              <p14:nvPr/>
            </p14:nvContentPartPr>
            <p14:xfrm>
              <a:off x="11250930" y="4671695"/>
              <a:ext cx="635" cy="7620"/>
            </p14:xfrm>
          </p:contentPart>
        </mc:Choice>
        <mc:Fallback xmlns="">
          <p:pic>
            <p:nvPicPr>
              <p:cNvPr id="17" name="Ink 16"/>
            </p:nvPicPr>
            <p:blipFill>
              <a:blip r:embed="rId15"/>
            </p:blipFill>
            <p:spPr>
              <a:xfrm>
                <a:off x="11250930" y="4671695"/>
                <a:ext cx="635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18" name="Ink 17"/>
              <p14:cNvContentPartPr/>
              <p14:nvPr/>
            </p14:nvContentPartPr>
            <p14:xfrm>
              <a:off x="11250930" y="4659630"/>
              <a:ext cx="635" cy="374650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17"/>
            </p:blipFill>
            <p:spPr>
              <a:xfrm>
                <a:off x="11250930" y="4659630"/>
                <a:ext cx="635" cy="3746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19" name="Ink 18"/>
              <p14:cNvContentPartPr/>
              <p14:nvPr/>
            </p14:nvContentPartPr>
            <p14:xfrm>
              <a:off x="10619740" y="6619240"/>
              <a:ext cx="635" cy="635"/>
            </p14:xfrm>
          </p:contentPart>
        </mc:Choice>
        <mc:Fallback xmlns="">
          <p:pic>
            <p:nvPicPr>
              <p:cNvPr id="19" name="Ink 18"/>
            </p:nvPicPr>
            <p:blipFill>
              <a:blip r:embed="rId11"/>
            </p:blipFill>
            <p:spPr>
              <a:xfrm>
                <a:off x="10619740" y="661924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20" name="Ink 19"/>
              <p14:cNvContentPartPr/>
              <p14:nvPr/>
            </p14:nvContentPartPr>
            <p14:xfrm>
              <a:off x="10612755" y="6619240"/>
              <a:ext cx="710565" cy="108585"/>
            </p14:xfrm>
          </p:contentPart>
        </mc:Choice>
        <mc:Fallback xmlns="">
          <p:pic>
            <p:nvPicPr>
              <p:cNvPr id="20" name="Ink 19"/>
            </p:nvPicPr>
            <p:blipFill>
              <a:blip r:embed="rId20"/>
            </p:blipFill>
            <p:spPr>
              <a:xfrm>
                <a:off x="10612755" y="6619240"/>
                <a:ext cx="710565" cy="1085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1" p14:bwMode="auto">
            <p14:nvContentPartPr>
              <p14:cNvPr id="21" name="Ink 20"/>
              <p14:cNvContentPartPr/>
              <p14:nvPr/>
            </p14:nvContentPartPr>
            <p14:xfrm>
              <a:off x="11310620" y="6666865"/>
              <a:ext cx="635" cy="635"/>
            </p14:xfrm>
          </p:contentPart>
        </mc:Choice>
        <mc:Fallback xmlns="">
          <p:pic>
            <p:nvPicPr>
              <p:cNvPr id="21" name="Ink 20"/>
            </p:nvPicPr>
            <p:blipFill>
              <a:blip r:embed="rId11"/>
            </p:blipFill>
            <p:spPr>
              <a:xfrm>
                <a:off x="11310620" y="666686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22" name="Ink 21"/>
              <p14:cNvContentPartPr/>
              <p14:nvPr/>
            </p14:nvContentPartPr>
            <p14:xfrm>
              <a:off x="11310620" y="6666865"/>
              <a:ext cx="357505" cy="95885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23"/>
            </p:blipFill>
            <p:spPr>
              <a:xfrm>
                <a:off x="11310620" y="6666865"/>
                <a:ext cx="357505" cy="958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23" name="Ink 22"/>
              <p14:cNvContentPartPr/>
              <p14:nvPr/>
            </p14:nvContentPartPr>
            <p14:xfrm>
              <a:off x="11691620" y="6551930"/>
              <a:ext cx="635" cy="8255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25"/>
            </p:blipFill>
            <p:spPr>
              <a:xfrm>
                <a:off x="11691620" y="6551930"/>
                <a:ext cx="635" cy="82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24" name="Ink 23"/>
              <p14:cNvContentPartPr/>
              <p14:nvPr/>
            </p14:nvContentPartPr>
            <p14:xfrm>
              <a:off x="11691620" y="6547485"/>
              <a:ext cx="635" cy="635"/>
            </p14:xfrm>
          </p:contentPart>
        </mc:Choice>
        <mc:Fallback xmlns="">
          <p:pic>
            <p:nvPicPr>
              <p:cNvPr id="24" name="Ink 23"/>
            </p:nvPicPr>
            <p:blipFill>
              <a:blip r:embed="rId11"/>
            </p:blipFill>
            <p:spPr>
              <a:xfrm>
                <a:off x="11691620" y="654748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7" p14:bwMode="auto">
            <p14:nvContentPartPr>
              <p14:cNvPr id="25" name="Ink 24"/>
              <p14:cNvContentPartPr/>
              <p14:nvPr/>
            </p14:nvContentPartPr>
            <p14:xfrm>
              <a:off x="11584305" y="6690360"/>
              <a:ext cx="7620" cy="635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28"/>
            </p:blipFill>
            <p:spPr>
              <a:xfrm>
                <a:off x="11584305" y="6690360"/>
                <a:ext cx="7620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9" p14:bwMode="auto">
            <p14:nvContentPartPr>
              <p14:cNvPr id="26" name="Ink 25"/>
              <p14:cNvContentPartPr/>
              <p14:nvPr/>
            </p14:nvContentPartPr>
            <p14:xfrm>
              <a:off x="11596370" y="6678295"/>
              <a:ext cx="253365" cy="12700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30"/>
            </p:blipFill>
            <p:spPr>
              <a:xfrm>
                <a:off x="11596370" y="6678295"/>
                <a:ext cx="253365" cy="127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27" name="Ink 26"/>
              <p14:cNvContentPartPr/>
              <p14:nvPr/>
            </p14:nvContentPartPr>
            <p14:xfrm>
              <a:off x="11678920" y="6511290"/>
              <a:ext cx="144145" cy="334645"/>
            </p14:xfrm>
          </p:contentPart>
        </mc:Choice>
        <mc:Fallback xmlns="">
          <p:pic>
            <p:nvPicPr>
              <p:cNvPr id="27" name="Ink 26"/>
            </p:nvPicPr>
            <p:blipFill>
              <a:blip r:embed="rId32"/>
            </p:blipFill>
            <p:spPr>
              <a:xfrm>
                <a:off x="11678920" y="6511290"/>
                <a:ext cx="144145" cy="33464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3" p14:bwMode="auto">
            <p14:nvContentPartPr>
              <p14:cNvPr id="28" name="Ink 27"/>
              <p14:cNvContentPartPr/>
              <p14:nvPr/>
            </p14:nvContentPartPr>
            <p14:xfrm>
              <a:off x="11679555" y="6524625"/>
              <a:ext cx="8255" cy="163830"/>
            </p14:xfrm>
          </p:contentPart>
        </mc:Choice>
        <mc:Fallback xmlns="">
          <p:pic>
            <p:nvPicPr>
              <p:cNvPr id="28" name="Ink 27"/>
            </p:nvPicPr>
            <p:blipFill>
              <a:blip r:embed="rId34"/>
            </p:blipFill>
            <p:spPr>
              <a:xfrm>
                <a:off x="11679555" y="6524625"/>
                <a:ext cx="8255" cy="1638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5" p14:bwMode="auto">
            <p14:nvContentPartPr>
              <p14:cNvPr id="29" name="Ink 28"/>
              <p14:cNvContentPartPr/>
              <p14:nvPr/>
            </p14:nvContentPartPr>
            <p14:xfrm>
              <a:off x="11345545" y="6333490"/>
              <a:ext cx="346710" cy="358775"/>
            </p14:xfrm>
          </p:contentPart>
        </mc:Choice>
        <mc:Fallback xmlns="">
          <p:pic>
            <p:nvPicPr>
              <p:cNvPr id="29" name="Ink 28"/>
            </p:nvPicPr>
            <p:blipFill>
              <a:blip r:embed="rId36"/>
            </p:blipFill>
            <p:spPr>
              <a:xfrm>
                <a:off x="11345545" y="6333490"/>
                <a:ext cx="346710" cy="3587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7" p14:bwMode="auto">
            <p14:nvContentPartPr>
              <p14:cNvPr id="30" name="Ink 29"/>
              <p14:cNvContentPartPr/>
              <p14:nvPr/>
            </p14:nvContentPartPr>
            <p14:xfrm>
              <a:off x="11358245" y="6501130"/>
              <a:ext cx="366395" cy="214630"/>
            </p14:xfrm>
          </p:contentPart>
        </mc:Choice>
        <mc:Fallback xmlns="">
          <p:pic>
            <p:nvPicPr>
              <p:cNvPr id="30" name="Ink 29"/>
            </p:nvPicPr>
            <p:blipFill>
              <a:blip r:embed="rId38"/>
            </p:blipFill>
            <p:spPr>
              <a:xfrm>
                <a:off x="11358245" y="6501130"/>
                <a:ext cx="366395" cy="21463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9" p14:bwMode="auto">
            <p14:nvContentPartPr>
              <p14:cNvPr id="31" name="Ink 30"/>
              <p14:cNvContentPartPr/>
              <p14:nvPr/>
            </p14:nvContentPartPr>
            <p14:xfrm>
              <a:off x="11694160" y="6659245"/>
              <a:ext cx="33655" cy="56515"/>
            </p14:xfrm>
          </p:contentPart>
        </mc:Choice>
        <mc:Fallback xmlns="">
          <p:pic>
            <p:nvPicPr>
              <p:cNvPr id="31" name="Ink 30"/>
            </p:nvPicPr>
            <p:blipFill>
              <a:blip r:embed="rId40"/>
            </p:blipFill>
            <p:spPr>
              <a:xfrm>
                <a:off x="11694160" y="6659245"/>
                <a:ext cx="33655" cy="565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1" p14:bwMode="auto">
            <p14:nvContentPartPr>
              <p14:cNvPr id="32" name="Ink 31"/>
              <p14:cNvContentPartPr/>
              <p14:nvPr/>
            </p14:nvContentPartPr>
            <p14:xfrm>
              <a:off x="11691620" y="6655435"/>
              <a:ext cx="635" cy="635"/>
            </p14:xfrm>
          </p:contentPart>
        </mc:Choice>
        <mc:Fallback xmlns="">
          <p:pic>
            <p:nvPicPr>
              <p:cNvPr id="32" name="Ink 31"/>
            </p:nvPicPr>
            <p:blipFill>
              <a:blip r:embed="rId11"/>
            </p:blipFill>
            <p:spPr>
              <a:xfrm>
                <a:off x="11691620" y="665543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33" name="Ink 32"/>
              <p14:cNvContentPartPr/>
              <p14:nvPr/>
            </p14:nvContentPartPr>
            <p14:xfrm>
              <a:off x="11609705" y="6494145"/>
              <a:ext cx="82550" cy="161925"/>
            </p14:xfrm>
          </p:contentPart>
        </mc:Choice>
        <mc:Fallback xmlns="">
          <p:pic>
            <p:nvPicPr>
              <p:cNvPr id="33" name="Ink 32"/>
            </p:nvPicPr>
            <p:blipFill>
              <a:blip r:embed="rId43"/>
            </p:blipFill>
            <p:spPr>
              <a:xfrm>
                <a:off x="11609705" y="6494145"/>
                <a:ext cx="82550" cy="1619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34" name="Ink 33"/>
              <p14:cNvContentPartPr/>
              <p14:nvPr/>
            </p14:nvContentPartPr>
            <p14:xfrm>
              <a:off x="10917555" y="6553200"/>
              <a:ext cx="635" cy="7620"/>
            </p14:xfrm>
          </p:contentPart>
        </mc:Choice>
        <mc:Fallback xmlns="">
          <p:pic>
            <p:nvPicPr>
              <p:cNvPr id="34" name="Ink 33"/>
            </p:nvPicPr>
            <p:blipFill>
              <a:blip r:embed="rId15"/>
            </p:blipFill>
            <p:spPr>
              <a:xfrm>
                <a:off x="10917555" y="6553200"/>
                <a:ext cx="635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5" p14:bwMode="auto">
            <p14:nvContentPartPr>
              <p14:cNvPr id="35" name="Ink 34"/>
              <p14:cNvContentPartPr/>
              <p14:nvPr/>
            </p14:nvContentPartPr>
            <p14:xfrm>
              <a:off x="10917555" y="6548755"/>
              <a:ext cx="475615" cy="238760"/>
            </p14:xfrm>
          </p:contentPart>
        </mc:Choice>
        <mc:Fallback xmlns="">
          <p:pic>
            <p:nvPicPr>
              <p:cNvPr id="35" name="Ink 34"/>
            </p:nvPicPr>
            <p:blipFill>
              <a:blip r:embed="rId46"/>
            </p:blipFill>
            <p:spPr>
              <a:xfrm>
                <a:off x="10917555" y="6548755"/>
                <a:ext cx="475615" cy="23876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7" p14:bwMode="auto">
            <p14:nvContentPartPr>
              <p14:cNvPr id="36" name="Ink 35"/>
              <p14:cNvContentPartPr/>
              <p14:nvPr/>
            </p14:nvContentPartPr>
            <p14:xfrm>
              <a:off x="11024870" y="6619875"/>
              <a:ext cx="635" cy="635"/>
            </p14:xfrm>
          </p:contentPart>
        </mc:Choice>
        <mc:Fallback xmlns="">
          <p:pic>
            <p:nvPicPr>
              <p:cNvPr id="36" name="Ink 35"/>
            </p:nvPicPr>
            <p:blipFill>
              <a:blip r:embed="rId48"/>
            </p:blipFill>
            <p:spPr>
              <a:xfrm>
                <a:off x="11024870" y="661987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9" p14:bwMode="auto">
            <p14:nvContentPartPr>
              <p14:cNvPr id="37" name="Ink 36"/>
              <p14:cNvContentPartPr/>
              <p14:nvPr/>
            </p14:nvContentPartPr>
            <p14:xfrm>
              <a:off x="11024870" y="6619875"/>
              <a:ext cx="1156335" cy="144780"/>
            </p14:xfrm>
          </p:contentPart>
        </mc:Choice>
        <mc:Fallback xmlns="">
          <p:pic>
            <p:nvPicPr>
              <p:cNvPr id="37" name="Ink 36"/>
            </p:nvPicPr>
            <p:blipFill>
              <a:blip r:embed="rId50"/>
            </p:blipFill>
            <p:spPr>
              <a:xfrm>
                <a:off x="11024870" y="6619875"/>
                <a:ext cx="1156335" cy="1447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1" p14:bwMode="auto">
            <p14:nvContentPartPr>
              <p14:cNvPr id="38" name="Ink 37"/>
              <p14:cNvContentPartPr/>
              <p14:nvPr/>
            </p14:nvContentPartPr>
            <p14:xfrm>
              <a:off x="11953240" y="6572250"/>
              <a:ext cx="635" cy="635"/>
            </p14:xfrm>
          </p:contentPart>
        </mc:Choice>
        <mc:Fallback xmlns="">
          <p:pic>
            <p:nvPicPr>
              <p:cNvPr id="38" name="Ink 37"/>
            </p:nvPicPr>
            <p:blipFill>
              <a:blip r:embed="rId48"/>
            </p:blipFill>
            <p:spPr>
              <a:xfrm>
                <a:off x="11953240" y="657225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2" p14:bwMode="auto">
            <p14:nvContentPartPr>
              <p14:cNvPr id="39" name="Ink 38"/>
              <p14:cNvContentPartPr/>
              <p14:nvPr/>
            </p14:nvContentPartPr>
            <p14:xfrm>
              <a:off x="11953240" y="6572250"/>
              <a:ext cx="95885" cy="186055"/>
            </p14:xfrm>
          </p:contentPart>
        </mc:Choice>
        <mc:Fallback xmlns="">
          <p:pic>
            <p:nvPicPr>
              <p:cNvPr id="39" name="Ink 38"/>
            </p:nvPicPr>
            <p:blipFill>
              <a:blip r:embed="rId53"/>
            </p:blipFill>
            <p:spPr>
              <a:xfrm>
                <a:off x="11953240" y="6572250"/>
                <a:ext cx="95885" cy="1860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4" p14:bwMode="auto">
            <p14:nvContentPartPr>
              <p14:cNvPr id="40" name="Ink 39"/>
              <p14:cNvContentPartPr/>
              <p14:nvPr/>
            </p14:nvContentPartPr>
            <p14:xfrm>
              <a:off x="11195685" y="3867150"/>
              <a:ext cx="202565" cy="1313815"/>
            </p14:xfrm>
          </p:contentPart>
        </mc:Choice>
        <mc:Fallback xmlns="">
          <p:pic>
            <p:nvPicPr>
              <p:cNvPr id="40" name="Ink 39"/>
            </p:nvPicPr>
            <p:blipFill>
              <a:blip r:embed="rId55"/>
            </p:blipFill>
            <p:spPr>
              <a:xfrm>
                <a:off x="11195685" y="3867150"/>
                <a:ext cx="202565" cy="131381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6" p14:bwMode="auto">
            <p14:nvContentPartPr>
              <p14:cNvPr id="41" name="Ink 40"/>
              <p14:cNvContentPartPr/>
              <p14:nvPr/>
            </p14:nvContentPartPr>
            <p14:xfrm>
              <a:off x="11322685" y="3502025"/>
              <a:ext cx="340360" cy="1361440"/>
            </p14:xfrm>
          </p:contentPart>
        </mc:Choice>
        <mc:Fallback xmlns="">
          <p:pic>
            <p:nvPicPr>
              <p:cNvPr id="41" name="Ink 40"/>
            </p:nvPicPr>
            <p:blipFill>
              <a:blip r:embed="rId57"/>
            </p:blipFill>
            <p:spPr>
              <a:xfrm>
                <a:off x="11322685" y="3502025"/>
                <a:ext cx="340360" cy="13614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8" p14:bwMode="auto">
            <p14:nvContentPartPr>
              <p14:cNvPr id="42" name="Ink 41"/>
              <p14:cNvContentPartPr/>
              <p14:nvPr/>
            </p14:nvContentPartPr>
            <p14:xfrm>
              <a:off x="11793855" y="6539230"/>
              <a:ext cx="325755" cy="282575"/>
            </p14:xfrm>
          </p:contentPart>
        </mc:Choice>
        <mc:Fallback xmlns="">
          <p:pic>
            <p:nvPicPr>
              <p:cNvPr id="42" name="Ink 41"/>
            </p:nvPicPr>
            <p:blipFill>
              <a:blip r:embed="rId59"/>
            </p:blipFill>
            <p:spPr>
              <a:xfrm>
                <a:off x="11793855" y="6539230"/>
                <a:ext cx="325755" cy="2825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0" p14:bwMode="auto">
            <p14:nvContentPartPr>
              <p14:cNvPr id="44" name="Ink 43"/>
              <p14:cNvContentPartPr/>
              <p14:nvPr/>
            </p14:nvContentPartPr>
            <p14:xfrm>
              <a:off x="11067415" y="6378575"/>
              <a:ext cx="1065530" cy="446405"/>
            </p14:xfrm>
          </p:contentPart>
        </mc:Choice>
        <mc:Fallback xmlns="">
          <p:pic>
            <p:nvPicPr>
              <p:cNvPr id="44" name="Ink 43"/>
            </p:nvPicPr>
            <p:blipFill>
              <a:blip r:embed="rId61"/>
            </p:blipFill>
            <p:spPr>
              <a:xfrm>
                <a:off x="11067415" y="6378575"/>
                <a:ext cx="1065530" cy="44640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THE END-TO-END SIGNAL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From healthcare data to a physical risk signal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2667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One patient record becomes a risk classification that can be seen in software and on the prototype device.</a:t>
            </a:r>
            <a:endParaRPr lang="en-US" sz="1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1889125"/>
            <a:ext cx="38099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9585" y="2381250"/>
            <a:ext cx="1701757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Patient data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09585" y="2761555"/>
            <a:ext cx="1701757" cy="143976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Demographics, diagnoses, previous encounters, medical information, procedures/treatments, hospitalization information</a:t>
            </a:r>
            <a:endParaRPr lang="en-US" sz="12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3738" y="1889125"/>
            <a:ext cx="380990" cy="381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463738" y="2381250"/>
            <a:ext cx="1701757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Preprocessing</a:t>
            </a:r>
            <a:endParaRPr lang="en-US" sz="1600" dirty="0"/>
          </a:p>
        </p:txBody>
      </p:sp>
      <p:sp>
        <p:nvSpPr>
          <p:cNvPr id="10" name="Text 6"/>
          <p:cNvSpPr/>
          <p:nvPr/>
        </p:nvSpPr>
        <p:spPr>
          <a:xfrm>
            <a:off x="2463738" y="2761555"/>
            <a:ext cx="1701757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Prepare healthcare data for analysis</a:t>
            </a:r>
            <a:endParaRPr lang="en-US" sz="12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2" y="1889125"/>
            <a:ext cx="380990" cy="3810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4317892" y="2381250"/>
            <a:ext cx="1701757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ML model</a:t>
            </a:r>
            <a:endParaRPr lang="en-US" sz="1600" dirty="0"/>
          </a:p>
        </p:txBody>
      </p:sp>
      <p:sp>
        <p:nvSpPr>
          <p:cNvPr id="13" name="Text 8"/>
          <p:cNvSpPr/>
          <p:nvPr/>
        </p:nvSpPr>
        <p:spPr>
          <a:xfrm>
            <a:off x="4317892" y="2761555"/>
            <a:ext cx="1701757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Learn patterns connected to readmission risk</a:t>
            </a:r>
            <a:endParaRPr lang="en-US" sz="1200" dirty="0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046" y="1889125"/>
            <a:ext cx="380990" cy="3810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172046" y="2381250"/>
            <a:ext cx="1701757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Risk class</a:t>
            </a:r>
            <a:endParaRPr lang="en-US" sz="1600" dirty="0"/>
          </a:p>
        </p:txBody>
      </p:sp>
      <p:sp>
        <p:nvSpPr>
          <p:cNvPr id="16" name="Text 10"/>
          <p:cNvSpPr/>
          <p:nvPr/>
        </p:nvSpPr>
        <p:spPr>
          <a:xfrm>
            <a:off x="6172046" y="2761555"/>
            <a:ext cx="1701757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76B42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LOW</a:t>
            </a: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</a:t>
            </a:r>
            <a:r>
              <a:rPr lang="en-US" sz="1200" dirty="0">
                <a:solidFill>
                  <a:srgbClr val="9A4B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MEDIUM</a:t>
            </a: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</a:t>
            </a:r>
            <a:r>
              <a:rPr lang="en-US" sz="1200" dirty="0">
                <a:solidFill>
                  <a:srgbClr val="B94747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HIGH</a:t>
            </a:r>
            <a:endParaRPr lang="en-US" sz="12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26199" y="1889125"/>
            <a:ext cx="380990" cy="38100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8026199" y="2381250"/>
            <a:ext cx="1701757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8026199" y="2761555"/>
            <a:ext cx="1701757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Patient-level software view for follow-up prioritization</a:t>
            </a:r>
            <a:endParaRPr lang="en-US" sz="1200" dirty="0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880353" y="1889125"/>
            <a:ext cx="380990" cy="38100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9880353" y="2381250"/>
            <a:ext cx="1701757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ESP32 → LCD</a:t>
            </a:r>
            <a:endParaRPr lang="en-US" sz="1600" dirty="0"/>
          </a:p>
        </p:txBody>
      </p:sp>
      <p:sp>
        <p:nvSpPr>
          <p:cNvPr id="22" name="Text 14"/>
          <p:cNvSpPr/>
          <p:nvPr/>
        </p:nvSpPr>
        <p:spPr>
          <a:xfrm>
            <a:off x="9880353" y="2761555"/>
            <a:ext cx="1701757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Physical prototype output layer</a:t>
            </a:r>
            <a:endParaRPr lang="en-US" sz="1200" dirty="0"/>
          </a:p>
        </p:txBody>
      </p:sp>
      <p:sp>
        <p:nvSpPr>
          <p:cNvPr id="23" name="Shape 15"/>
          <p:cNvSpPr/>
          <p:nvPr/>
        </p:nvSpPr>
        <p:spPr>
          <a:xfrm>
            <a:off x="609585" y="5357614"/>
            <a:ext cx="2628834" cy="890786"/>
          </a:xfrm>
          <a:prstGeom prst="rect">
            <a:avLst/>
          </a:prstGeom>
          <a:solidFill>
            <a:srgbClr val="FFC83D"/>
          </a:solidFill>
        </p:spPr>
      </p:sp>
      <p:sp>
        <p:nvSpPr>
          <p:cNvPr id="24" name="Text 16"/>
          <p:cNvSpPr/>
          <p:nvPr/>
        </p:nvSpPr>
        <p:spPr>
          <a:xfrm>
            <a:off x="787380" y="5510014"/>
            <a:ext cx="2273243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Predict</a:t>
            </a:r>
            <a:endParaRPr lang="en-US" sz="1600" dirty="0"/>
          </a:p>
        </p:txBody>
      </p:sp>
      <p:sp>
        <p:nvSpPr>
          <p:cNvPr id="25" name="Text 17"/>
          <p:cNvSpPr/>
          <p:nvPr/>
        </p:nvSpPr>
        <p:spPr>
          <a:xfrm>
            <a:off x="787380" y="5890320"/>
            <a:ext cx="2451039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Identify patient-level risk</a:t>
            </a:r>
            <a:endParaRPr lang="en-US" sz="1200" dirty="0"/>
          </a:p>
        </p:txBody>
      </p:sp>
      <p:sp>
        <p:nvSpPr>
          <p:cNvPr id="26" name="Shape 18"/>
          <p:cNvSpPr/>
          <p:nvPr/>
        </p:nvSpPr>
        <p:spPr>
          <a:xfrm>
            <a:off x="3390815" y="5357614"/>
            <a:ext cx="2628834" cy="890786"/>
          </a:xfrm>
          <a:prstGeom prst="rect">
            <a:avLst/>
          </a:prstGeom>
          <a:solidFill>
            <a:srgbClr val="3FC89A"/>
          </a:solidFill>
        </p:spPr>
      </p:sp>
      <p:sp>
        <p:nvSpPr>
          <p:cNvPr id="27" name="Text 19"/>
          <p:cNvSpPr/>
          <p:nvPr/>
        </p:nvSpPr>
        <p:spPr>
          <a:xfrm>
            <a:off x="3568611" y="5510014"/>
            <a:ext cx="2273243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Prioritize</a:t>
            </a:r>
            <a:endParaRPr lang="en-US" sz="1600" dirty="0"/>
          </a:p>
        </p:txBody>
      </p:sp>
      <p:sp>
        <p:nvSpPr>
          <p:cNvPr id="28" name="Text 20"/>
          <p:cNvSpPr/>
          <p:nvPr/>
        </p:nvSpPr>
        <p:spPr>
          <a:xfrm>
            <a:off x="3568611" y="5890320"/>
            <a:ext cx="2451039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Focus follow-up attention</a:t>
            </a:r>
            <a:endParaRPr lang="en-US" sz="1200" dirty="0"/>
          </a:p>
        </p:txBody>
      </p:sp>
      <p:sp>
        <p:nvSpPr>
          <p:cNvPr id="29" name="Shape 21"/>
          <p:cNvSpPr/>
          <p:nvPr/>
        </p:nvSpPr>
        <p:spPr>
          <a:xfrm>
            <a:off x="6172046" y="5357614"/>
            <a:ext cx="2628834" cy="890786"/>
          </a:xfrm>
          <a:prstGeom prst="rect">
            <a:avLst/>
          </a:prstGeom>
          <a:solidFill>
            <a:srgbClr val="5D43A8"/>
          </a:solidFill>
        </p:spPr>
      </p:sp>
      <p:sp>
        <p:nvSpPr>
          <p:cNvPr id="30" name="Text 22"/>
          <p:cNvSpPr/>
          <p:nvPr/>
        </p:nvSpPr>
        <p:spPr>
          <a:xfrm>
            <a:off x="6349841" y="5510014"/>
            <a:ext cx="2273243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Simplify</a:t>
            </a:r>
            <a:endParaRPr lang="en-US" sz="1600" dirty="0"/>
          </a:p>
        </p:txBody>
      </p:sp>
      <p:sp>
        <p:nvSpPr>
          <p:cNvPr id="31" name="Text 23"/>
          <p:cNvSpPr/>
          <p:nvPr/>
        </p:nvSpPr>
        <p:spPr>
          <a:xfrm>
            <a:off x="6349841" y="5890320"/>
            <a:ext cx="2451039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Make the signal easy to read</a:t>
            </a:r>
            <a:endParaRPr lang="en-US" sz="1200" dirty="0"/>
          </a:p>
        </p:txBody>
      </p:sp>
      <p:sp>
        <p:nvSpPr>
          <p:cNvPr id="32" name="Shape 24"/>
          <p:cNvSpPr/>
          <p:nvPr/>
        </p:nvSpPr>
        <p:spPr>
          <a:xfrm>
            <a:off x="8953276" y="5357614"/>
            <a:ext cx="2628834" cy="890786"/>
          </a:xfrm>
          <a:prstGeom prst="rect">
            <a:avLst/>
          </a:prstGeom>
          <a:solidFill>
            <a:srgbClr val="FF8A3D"/>
          </a:solidFill>
        </p:spPr>
      </p:sp>
      <p:sp>
        <p:nvSpPr>
          <p:cNvPr id="33" name="Text 25"/>
          <p:cNvSpPr/>
          <p:nvPr/>
        </p:nvSpPr>
        <p:spPr>
          <a:xfrm>
            <a:off x="9131072" y="5510014"/>
            <a:ext cx="2273243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Demonstrate</a:t>
            </a:r>
            <a:endParaRPr lang="en-US" sz="1600" dirty="0"/>
          </a:p>
        </p:txBody>
      </p:sp>
      <p:sp>
        <p:nvSpPr>
          <p:cNvPr id="34" name="Text 26"/>
          <p:cNvSpPr/>
          <p:nvPr/>
        </p:nvSpPr>
        <p:spPr>
          <a:xfrm>
            <a:off x="9131072" y="5890320"/>
            <a:ext cx="2451039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Connect software to hardware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35" name="Ink 34"/>
              <p14:cNvContentPartPr/>
              <p14:nvPr/>
            </p14:nvContentPartPr>
            <p14:xfrm>
              <a:off x="12031980" y="6604635"/>
              <a:ext cx="140335" cy="159385"/>
            </p14:xfrm>
          </p:contentPart>
        </mc:Choice>
        <mc:Fallback xmlns="">
          <p:pic>
            <p:nvPicPr>
              <p:cNvPr id="35" name="Ink 34"/>
            </p:nvPicPr>
            <p:blipFill>
              <a:blip r:embed="rId8"/>
            </p:blipFill>
            <p:spPr>
              <a:xfrm>
                <a:off x="12031980" y="6604635"/>
                <a:ext cx="140335" cy="1593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36" name="Ink 35"/>
              <p14:cNvContentPartPr/>
              <p14:nvPr/>
            </p14:nvContentPartPr>
            <p14:xfrm>
              <a:off x="11367770" y="6430645"/>
              <a:ext cx="751840" cy="326390"/>
            </p14:xfrm>
          </p:contentPart>
        </mc:Choice>
        <mc:Fallback xmlns="">
          <p:pic>
            <p:nvPicPr>
              <p:cNvPr id="36" name="Ink 35"/>
            </p:nvPicPr>
            <p:blipFill>
              <a:blip r:embed="rId10"/>
            </p:blipFill>
            <p:spPr>
              <a:xfrm>
                <a:off x="11367770" y="6430645"/>
                <a:ext cx="751840" cy="326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37" name="Ink 36"/>
              <p14:cNvContentPartPr/>
              <p14:nvPr/>
            </p14:nvContentPartPr>
            <p14:xfrm>
              <a:off x="11250930" y="6525260"/>
              <a:ext cx="738505" cy="280670"/>
            </p14:xfrm>
          </p:contentPart>
        </mc:Choice>
        <mc:Fallback xmlns="">
          <p:pic>
            <p:nvPicPr>
              <p:cNvPr id="37" name="Ink 36"/>
            </p:nvPicPr>
            <p:blipFill>
              <a:blip r:embed="rId12"/>
            </p:blipFill>
            <p:spPr>
              <a:xfrm>
                <a:off x="11250930" y="6525260"/>
                <a:ext cx="738505" cy="280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38" name="Ink 37"/>
              <p14:cNvContentPartPr/>
              <p14:nvPr/>
            </p14:nvContentPartPr>
            <p14:xfrm>
              <a:off x="11249025" y="6493510"/>
              <a:ext cx="791210" cy="343535"/>
            </p14:xfrm>
          </p:contentPart>
        </mc:Choice>
        <mc:Fallback xmlns="">
          <p:pic>
            <p:nvPicPr>
              <p:cNvPr id="38" name="Ink 37"/>
            </p:nvPicPr>
            <p:blipFill>
              <a:blip r:embed="rId14"/>
            </p:blipFill>
            <p:spPr>
              <a:xfrm>
                <a:off x="11249025" y="6493510"/>
                <a:ext cx="791210" cy="3435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5" p14:bwMode="auto">
            <p14:nvContentPartPr>
              <p14:cNvPr id="39" name="Ink 38"/>
              <p14:cNvContentPartPr/>
              <p14:nvPr/>
            </p14:nvContentPartPr>
            <p14:xfrm>
              <a:off x="11730355" y="6359525"/>
              <a:ext cx="635" cy="635"/>
            </p14:xfrm>
          </p:contentPart>
        </mc:Choice>
        <mc:Fallback xmlns="">
          <p:pic>
            <p:nvPicPr>
              <p:cNvPr id="39" name="Ink 38"/>
            </p:nvPicPr>
            <p:blipFill>
              <a:blip r:embed="rId16"/>
            </p:blipFill>
            <p:spPr>
              <a:xfrm>
                <a:off x="11730355" y="635952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7" p14:bwMode="auto">
            <p14:nvContentPartPr>
              <p14:cNvPr id="40" name="Ink 39"/>
              <p14:cNvContentPartPr/>
              <p14:nvPr/>
            </p14:nvContentPartPr>
            <p14:xfrm>
              <a:off x="11463020" y="6470650"/>
              <a:ext cx="363220" cy="262890"/>
            </p14:xfrm>
          </p:contentPart>
        </mc:Choice>
        <mc:Fallback xmlns="">
          <p:pic>
            <p:nvPicPr>
              <p:cNvPr id="40" name="Ink 39"/>
            </p:nvPicPr>
            <p:blipFill>
              <a:blip r:embed="rId18"/>
            </p:blipFill>
            <p:spPr>
              <a:xfrm>
                <a:off x="11463020" y="6470650"/>
                <a:ext cx="363220" cy="2628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9" p14:bwMode="auto">
            <p14:nvContentPartPr>
              <p14:cNvPr id="41" name="Ink 40"/>
              <p14:cNvContentPartPr/>
              <p14:nvPr/>
            </p14:nvContentPartPr>
            <p14:xfrm>
              <a:off x="11499850" y="6423025"/>
              <a:ext cx="635" cy="635"/>
            </p14:xfrm>
          </p:contentPart>
        </mc:Choice>
        <mc:Fallback xmlns="">
          <p:pic>
            <p:nvPicPr>
              <p:cNvPr id="41" name="Ink 40"/>
            </p:nvPicPr>
            <p:blipFill>
              <a:blip r:embed="rId16"/>
            </p:blipFill>
            <p:spPr>
              <a:xfrm>
                <a:off x="11499850" y="642302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42" name="Ink 41"/>
              <p14:cNvContentPartPr/>
              <p14:nvPr/>
            </p14:nvContentPartPr>
            <p14:xfrm>
              <a:off x="11356975" y="6478270"/>
              <a:ext cx="492125" cy="184785"/>
            </p14:xfrm>
          </p:contentPart>
        </mc:Choice>
        <mc:Fallback xmlns="">
          <p:pic>
            <p:nvPicPr>
              <p:cNvPr id="42" name="Ink 41"/>
            </p:nvPicPr>
            <p:blipFill>
              <a:blip r:embed="rId21"/>
            </p:blipFill>
            <p:spPr>
              <a:xfrm>
                <a:off x="11356975" y="6478270"/>
                <a:ext cx="492125" cy="1847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43" name="Ink 42"/>
              <p14:cNvContentPartPr/>
              <p14:nvPr/>
            </p14:nvContentPartPr>
            <p14:xfrm>
              <a:off x="11309350" y="6495415"/>
              <a:ext cx="635" cy="7620"/>
            </p14:xfrm>
          </p:contentPart>
        </mc:Choice>
        <mc:Fallback xmlns="">
          <p:pic>
            <p:nvPicPr>
              <p:cNvPr id="43" name="Ink 42"/>
            </p:nvPicPr>
            <p:blipFill>
              <a:blip r:embed="rId23"/>
            </p:blipFill>
            <p:spPr>
              <a:xfrm>
                <a:off x="11309350" y="6495415"/>
                <a:ext cx="635" cy="76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44" name="Ink 43"/>
              <p14:cNvContentPartPr/>
              <p14:nvPr/>
            </p14:nvContentPartPr>
            <p14:xfrm>
              <a:off x="11309350" y="6502400"/>
              <a:ext cx="414020" cy="119380"/>
            </p14:xfrm>
          </p:contentPart>
        </mc:Choice>
        <mc:Fallback xmlns="">
          <p:pic>
            <p:nvPicPr>
              <p:cNvPr id="44" name="Ink 43"/>
            </p:nvPicPr>
            <p:blipFill>
              <a:blip r:embed="rId25"/>
            </p:blipFill>
            <p:spPr>
              <a:xfrm>
                <a:off x="11309350" y="6502400"/>
                <a:ext cx="414020" cy="11938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45" name="Ink 44"/>
              <p14:cNvContentPartPr/>
              <p14:nvPr/>
            </p14:nvContentPartPr>
            <p14:xfrm>
              <a:off x="11403330" y="6549390"/>
              <a:ext cx="328295" cy="103505"/>
            </p14:xfrm>
          </p:contentPart>
        </mc:Choice>
        <mc:Fallback xmlns="">
          <p:pic>
            <p:nvPicPr>
              <p:cNvPr id="45" name="Ink 44"/>
            </p:nvPicPr>
            <p:blipFill>
              <a:blip r:embed="rId27"/>
            </p:blipFill>
            <p:spPr>
              <a:xfrm>
                <a:off x="11403330" y="6549390"/>
                <a:ext cx="328295" cy="1035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46" name="Ink 45"/>
              <p14:cNvContentPartPr/>
              <p14:nvPr/>
            </p14:nvContentPartPr>
            <p14:xfrm>
              <a:off x="10880725" y="6613525"/>
              <a:ext cx="635" cy="635"/>
            </p14:xfrm>
          </p:contentPart>
        </mc:Choice>
        <mc:Fallback xmlns="">
          <p:pic>
            <p:nvPicPr>
              <p:cNvPr id="46" name="Ink 45"/>
            </p:nvPicPr>
            <p:blipFill>
              <a:blip r:embed="rId29"/>
            </p:blipFill>
            <p:spPr>
              <a:xfrm>
                <a:off x="10880725" y="661352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48" name="Ink 47"/>
              <p14:cNvContentPartPr/>
              <p14:nvPr/>
            </p14:nvContentPartPr>
            <p14:xfrm>
              <a:off x="11007725" y="6525895"/>
              <a:ext cx="635" cy="635"/>
            </p14:xfrm>
          </p:contentPart>
        </mc:Choice>
        <mc:Fallback xmlns="">
          <p:pic>
            <p:nvPicPr>
              <p:cNvPr id="48" name="Ink 47"/>
            </p:nvPicPr>
            <p:blipFill>
              <a:blip r:embed="rId29"/>
            </p:blipFill>
            <p:spPr>
              <a:xfrm>
                <a:off x="11007725" y="6525895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1" p14:bwMode="auto">
            <p14:nvContentPartPr>
              <p14:cNvPr id="49" name="Ink 48"/>
              <p14:cNvContentPartPr/>
              <p14:nvPr/>
            </p14:nvContentPartPr>
            <p14:xfrm>
              <a:off x="11063605" y="6550025"/>
              <a:ext cx="1084580" cy="287020"/>
            </p14:xfrm>
          </p:contentPart>
        </mc:Choice>
        <mc:Fallback xmlns="">
          <p:pic>
            <p:nvPicPr>
              <p:cNvPr id="49" name="Ink 48"/>
            </p:nvPicPr>
            <p:blipFill>
              <a:blip r:embed="rId32"/>
            </p:blipFill>
            <p:spPr>
              <a:xfrm>
                <a:off x="11063605" y="6550025"/>
                <a:ext cx="1084580" cy="2870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WHY THIS APPROACH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Predictive analysis becomes physical risk awareness</a:t>
            </a:r>
            <a:endParaRPr lang="en-US" sz="30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/>
        </p:nvGraphicFramePr>
        <p:xfrm>
          <a:off x="609585" y="1450975"/>
          <a:ext cx="10972526" cy="3187621"/>
        </p:xfrm>
        <a:graphic>
          <a:graphicData uri="http://schemas.openxmlformats.org/drawingml/2006/table">
            <a:tbl>
              <a:tblPr/>
              <a:tblGrid>
                <a:gridCol w="2413948"/>
                <a:gridCol w="2084764"/>
                <a:gridCol w="2084764"/>
                <a:gridCol w="2084764"/>
                <a:gridCol w="2304286"/>
              </a:tblGrid>
              <a:tr h="42543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Approach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Signal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Unit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Output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Action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Manual clinical assessment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Experience and review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Patient context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Human judgment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Follow-up decision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Rule-based / traditional scoring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Defined rules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Score or category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Static threshold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Guideline-driven action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213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Descriptive analytics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What happened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Population or cohort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Reports and trends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1E2A44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Retrospective understanding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78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ReAdmission AI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C8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Predictive, data-driven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C8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Patient level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C8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Software + hardware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C89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500" dirty="0">
                          <a:solidFill>
                            <a:srgbClr val="000000"/>
                          </a:solidFill>
                          <a:latin typeface="Figtree" pitchFamily="34" charset="0"/>
                          <a:ea typeface="Figtree" pitchFamily="34" charset="-122"/>
                          <a:cs typeface="Figtree" pitchFamily="34" charset="-120"/>
                        </a:rPr>
                        <a:t>Action-oriented prioritization</a:t>
                      </a:r>
                      <a:endParaRPr lang="en-US" sz="1500" dirty="0">
                        <a:latin typeface="Figtree" pitchFamily="34" charset="0"/>
                        <a:ea typeface="Figtree" pitchFamily="34" charset="0"/>
                        <a:cs typeface="Figtree" pitchFamily="34" charset="0"/>
                      </a:endParaRPr>
                    </a:p>
                  </a:txBody>
                  <a:tcPr marL="142871" marR="142871" marT="76198" marB="76198" anchor="ctr">
                    <a:lnL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6DBF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FC89A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895328" y="4899025"/>
            <a:ext cx="10686783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“We don’t just analyze what happened — we identify who may need attention next, and demonstrate the result through both software and hardware.”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609585" y="4822825"/>
            <a:ext cx="28574" cy="685800"/>
          </a:xfrm>
          <a:prstGeom prst="roundRect">
            <a:avLst>
              <a:gd name="adj" fmla="val 50000"/>
            </a:avLst>
          </a:prstGeom>
          <a:solidFill>
            <a:srgbClr val="1E2A44"/>
          </a:solidFill>
        </p:spPr>
      </p:sp>
      <p:sp>
        <p:nvSpPr>
          <p:cNvPr id="7" name="Text 4"/>
          <p:cNvSpPr/>
          <p:nvPr/>
        </p:nvSpPr>
        <p:spPr>
          <a:xfrm>
            <a:off x="609585" y="5680075"/>
            <a:ext cx="11582110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A decision-support prototype for follow-up prioritization, not a certified clinical system.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8" name="Ink 7"/>
              <p14:cNvContentPartPr/>
              <p14:nvPr/>
            </p14:nvContentPartPr>
            <p14:xfrm>
              <a:off x="9970135" y="5810250"/>
              <a:ext cx="635" cy="635"/>
            </p14:xfrm>
          </p:contentPart>
        </mc:Choice>
        <mc:Fallback xmlns="">
          <p:pic>
            <p:nvPicPr>
              <p:cNvPr id="8" name="Ink 7"/>
            </p:nvPicPr>
            <p:blipFill>
              <a:blip r:embed="rId2"/>
            </p:blipFill>
            <p:spPr>
              <a:xfrm>
                <a:off x="9970135" y="581025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9" name="Ink 8"/>
              <p14:cNvContentPartPr/>
              <p14:nvPr/>
            </p14:nvContentPartPr>
            <p14:xfrm>
              <a:off x="10979785" y="6326505"/>
              <a:ext cx="1158875" cy="533400"/>
            </p14:xfrm>
          </p:contentPart>
        </mc:Choice>
        <mc:Fallback xmlns="">
          <p:pic>
            <p:nvPicPr>
              <p:cNvPr id="9" name="Ink 8"/>
            </p:nvPicPr>
            <p:blipFill>
              <a:blip r:embed="rId4"/>
            </p:blipFill>
            <p:spPr>
              <a:xfrm>
                <a:off x="10979785" y="6326505"/>
                <a:ext cx="1158875" cy="5334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10" name="Ink 9"/>
              <p14:cNvContentPartPr/>
              <p14:nvPr/>
            </p14:nvContentPartPr>
            <p14:xfrm>
              <a:off x="10765155" y="6395720"/>
              <a:ext cx="964565" cy="480695"/>
            </p14:xfrm>
          </p:contentPart>
        </mc:Choice>
        <mc:Fallback xmlns="">
          <p:pic>
            <p:nvPicPr>
              <p:cNvPr id="10" name="Ink 9"/>
            </p:nvPicPr>
            <p:blipFill>
              <a:blip r:embed="rId6"/>
            </p:blipFill>
            <p:spPr>
              <a:xfrm>
                <a:off x="10765155" y="6395720"/>
                <a:ext cx="964565" cy="48069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HACKATHON MVP · SYSTEM 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Healthcare data → ML → dashboard → ESP32 → LCD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09585" y="1450975"/>
            <a:ext cx="2072628" cy="1641872"/>
          </a:xfrm>
          <a:prstGeom prst="roundRect">
            <a:avLst>
              <a:gd name="adj" fmla="val 12995"/>
            </a:avLst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761981" y="1628775"/>
            <a:ext cx="1920232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61981" y="1879600"/>
            <a:ext cx="176783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Healthcare Dataset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61981" y="2503686"/>
            <a:ext cx="1767835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Patient information and encounter history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834510" y="1450975"/>
            <a:ext cx="2072628" cy="1641872"/>
          </a:xfrm>
          <a:prstGeom prst="roundRect">
            <a:avLst>
              <a:gd name="adj" fmla="val 12995"/>
            </a:avLst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2986906" y="1628775"/>
            <a:ext cx="1920232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986906" y="1879600"/>
            <a:ext cx="176783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Data Preprocessing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986906" y="2503686"/>
            <a:ext cx="1767835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Prepare features for modeling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59434" y="1450975"/>
            <a:ext cx="2072727" cy="1641872"/>
          </a:xfrm>
          <a:prstGeom prst="roundRect">
            <a:avLst>
              <a:gd name="adj" fmla="val 12995"/>
            </a:avLst>
          </a:prstGeom>
          <a:solidFill>
            <a:srgbClr val="1E2A44"/>
          </a:solidFill>
        </p:spPr>
      </p:sp>
      <p:sp>
        <p:nvSpPr>
          <p:cNvPr id="13" name="Text 11"/>
          <p:cNvSpPr/>
          <p:nvPr/>
        </p:nvSpPr>
        <p:spPr>
          <a:xfrm>
            <a:off x="5211831" y="1628775"/>
            <a:ext cx="1767935" cy="34925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FFFFFF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03 · CORE INTELLIGENCE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1831" y="2054225"/>
            <a:ext cx="1767935" cy="2437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Machine Learning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1831" y="2434530"/>
            <a:ext cx="1767935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Model learns the predictive signal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284458" y="1450975"/>
            <a:ext cx="2072628" cy="1641872"/>
          </a:xfrm>
          <a:prstGeom prst="roundRect">
            <a:avLst>
              <a:gd name="adj" fmla="val 12995"/>
            </a:avLst>
          </a:prstGeom>
          <a:solidFill>
            <a:srgbClr val="FFFFFF"/>
          </a:solidFill>
        </p:spPr>
      </p:sp>
      <p:sp>
        <p:nvSpPr>
          <p:cNvPr id="17" name="Text 15"/>
          <p:cNvSpPr/>
          <p:nvPr/>
        </p:nvSpPr>
        <p:spPr>
          <a:xfrm>
            <a:off x="7436855" y="1628775"/>
            <a:ext cx="1920232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36855" y="1879600"/>
            <a:ext cx="176783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Risk Prediction Engine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436855" y="2503686"/>
            <a:ext cx="1767835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Returns LOW / MEDIUM / HIGH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509383" y="1450975"/>
            <a:ext cx="2072727" cy="1641872"/>
          </a:xfrm>
          <a:prstGeom prst="roundRect">
            <a:avLst>
              <a:gd name="adj" fmla="val 12995"/>
            </a:avLst>
          </a:prstGeom>
          <a:solidFill>
            <a:srgbClr val="FFFFFF"/>
          </a:solidFill>
        </p:spPr>
      </p:sp>
      <p:sp>
        <p:nvSpPr>
          <p:cNvPr id="21" name="Text 19"/>
          <p:cNvSpPr/>
          <p:nvPr/>
        </p:nvSpPr>
        <p:spPr>
          <a:xfrm>
            <a:off x="9661779" y="1628775"/>
            <a:ext cx="1920331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9661779" y="1879600"/>
            <a:ext cx="1767935" cy="4875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A44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Doctor / Care Team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661779" y="2503686"/>
            <a:ext cx="1767935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Uses the signal for prioritization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09585" y="3264297"/>
            <a:ext cx="5333867" cy="1304230"/>
          </a:xfrm>
          <a:prstGeom prst="roundRect">
            <a:avLst>
              <a:gd name="adj" fmla="val 16359"/>
            </a:avLst>
          </a:prstGeom>
          <a:solidFill>
            <a:srgbClr val="FFFFFF"/>
          </a:solidFill>
        </p:spPr>
      </p:sp>
      <p:sp>
        <p:nvSpPr>
          <p:cNvPr id="25" name="Text 23"/>
          <p:cNvSpPr/>
          <p:nvPr/>
        </p:nvSpPr>
        <p:spPr>
          <a:xfrm>
            <a:off x="838179" y="3467497"/>
            <a:ext cx="5105272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SOFTWARE PATH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38179" y="3718322"/>
            <a:ext cx="4876678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Application / Dashboard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838179" y="4159647"/>
            <a:ext cx="5105272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Patient-level risk visibility and follow-up prioritization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48244" y="3264297"/>
            <a:ext cx="5333867" cy="1304230"/>
          </a:xfrm>
          <a:prstGeom prst="roundRect">
            <a:avLst>
              <a:gd name="adj" fmla="val 16359"/>
            </a:avLst>
          </a:prstGeom>
          <a:solidFill>
            <a:srgbClr val="FFC83D"/>
          </a:solidFill>
        </p:spPr>
      </p:sp>
      <p:sp>
        <p:nvSpPr>
          <p:cNvPr id="29" name="Text 27"/>
          <p:cNvSpPr/>
          <p:nvPr/>
        </p:nvSpPr>
        <p:spPr>
          <a:xfrm>
            <a:off x="6476838" y="3467497"/>
            <a:ext cx="5105272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HARDWARE PATH · INTERFACE LAYER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476838" y="3718322"/>
            <a:ext cx="4876678" cy="30480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000000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ESP32 → LCD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76838" y="4159647"/>
            <a:ext cx="5105272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Physical prototype output, not a medical device</a:t>
            </a:r>
            <a:endParaRPr lang="en-US" sz="1200" dirty="0"/>
          </a:p>
        </p:txBody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4739977"/>
            <a:ext cx="10972526" cy="123825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609585" y="5035252"/>
            <a:ext cx="1361346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Enter patient data</a:t>
            </a:r>
            <a:endParaRPr lang="en-US" sz="1200" dirty="0"/>
          </a:p>
        </p:txBody>
      </p:sp>
      <p:sp>
        <p:nvSpPr>
          <p:cNvPr id="34" name="Text 31"/>
          <p:cNvSpPr/>
          <p:nvPr/>
        </p:nvSpPr>
        <p:spPr>
          <a:xfrm>
            <a:off x="2123327" y="5035252"/>
            <a:ext cx="1361446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Preprocess</a:t>
            </a:r>
            <a:endParaRPr lang="en-US" sz="1200" dirty="0"/>
          </a:p>
        </p:txBody>
      </p:sp>
      <p:sp>
        <p:nvSpPr>
          <p:cNvPr id="35" name="Text 32"/>
          <p:cNvSpPr/>
          <p:nvPr/>
        </p:nvSpPr>
        <p:spPr>
          <a:xfrm>
            <a:off x="3637169" y="5035252"/>
            <a:ext cx="1361346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Run ML model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5150912" y="5035252"/>
            <a:ext cx="1361446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Generate risk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664754" y="5035252"/>
            <a:ext cx="1361446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Display signal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8178595" y="5035252"/>
            <a:ext cx="3403515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Prioritize follow-up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2" p14:bwMode="auto">
            <p14:nvContentPartPr>
              <p14:cNvPr id="39" name="Ink 38"/>
              <p14:cNvContentPartPr/>
              <p14:nvPr/>
            </p14:nvContentPartPr>
            <p14:xfrm>
              <a:off x="10515600" y="6551295"/>
              <a:ext cx="1202690" cy="153670"/>
            </p14:xfrm>
          </p:contentPart>
        </mc:Choice>
        <mc:Fallback xmlns="">
          <p:pic>
            <p:nvPicPr>
              <p:cNvPr id="39" name="Ink 38"/>
            </p:nvPicPr>
            <p:blipFill>
              <a:blip r:embed="rId3"/>
            </p:blipFill>
            <p:spPr>
              <a:xfrm>
                <a:off x="10515600" y="6551295"/>
                <a:ext cx="1202690" cy="1536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" p14:bwMode="auto">
            <p14:nvContentPartPr>
              <p14:cNvPr id="42" name="Ink 41"/>
              <p14:cNvContentPartPr/>
              <p14:nvPr/>
            </p14:nvContentPartPr>
            <p14:xfrm>
              <a:off x="11988800" y="6640830"/>
              <a:ext cx="57785" cy="137795"/>
            </p14:xfrm>
          </p:contentPart>
        </mc:Choice>
        <mc:Fallback xmlns="">
          <p:pic>
            <p:nvPicPr>
              <p:cNvPr id="42" name="Ink 41"/>
            </p:nvPicPr>
            <p:blipFill>
              <a:blip r:embed="rId5"/>
            </p:blipFill>
            <p:spPr>
              <a:xfrm>
                <a:off x="11988800" y="6640830"/>
                <a:ext cx="57785" cy="137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6" p14:bwMode="auto">
            <p14:nvContentPartPr>
              <p14:cNvPr id="43" name="Ink 42"/>
              <p14:cNvContentPartPr/>
              <p14:nvPr/>
            </p14:nvContentPartPr>
            <p14:xfrm>
              <a:off x="11694795" y="6662420"/>
              <a:ext cx="290195" cy="78105"/>
            </p14:xfrm>
          </p:contentPart>
        </mc:Choice>
        <mc:Fallback xmlns="">
          <p:pic>
            <p:nvPicPr>
              <p:cNvPr id="43" name="Ink 42"/>
            </p:nvPicPr>
            <p:blipFill>
              <a:blip r:embed="rId7"/>
            </p:blipFill>
            <p:spPr>
              <a:xfrm>
                <a:off x="11694795" y="6662420"/>
                <a:ext cx="290195" cy="781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8" p14:bwMode="auto">
            <p14:nvContentPartPr>
              <p14:cNvPr id="44" name="Ink 43"/>
              <p14:cNvContentPartPr/>
              <p14:nvPr/>
            </p14:nvContentPartPr>
            <p14:xfrm>
              <a:off x="11360785" y="6701790"/>
              <a:ext cx="387985" cy="115570"/>
            </p14:xfrm>
          </p:contentPart>
        </mc:Choice>
        <mc:Fallback xmlns="">
          <p:pic>
            <p:nvPicPr>
              <p:cNvPr id="44" name="Ink 43"/>
            </p:nvPicPr>
            <p:blipFill>
              <a:blip r:embed="rId9"/>
            </p:blipFill>
            <p:spPr>
              <a:xfrm>
                <a:off x="11360785" y="6701790"/>
                <a:ext cx="387985" cy="1155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0" p14:bwMode="auto">
            <p14:nvContentPartPr>
              <p14:cNvPr id="45" name="Ink 44"/>
              <p14:cNvContentPartPr/>
              <p14:nvPr/>
            </p14:nvContentPartPr>
            <p14:xfrm>
              <a:off x="11431270" y="6717030"/>
              <a:ext cx="323215" cy="77470"/>
            </p14:xfrm>
          </p:contentPart>
        </mc:Choice>
        <mc:Fallback xmlns="">
          <p:pic>
            <p:nvPicPr>
              <p:cNvPr id="45" name="Ink 44"/>
            </p:nvPicPr>
            <p:blipFill>
              <a:blip r:embed="rId11"/>
            </p:blipFill>
            <p:spPr>
              <a:xfrm>
                <a:off x="11431270" y="6717030"/>
                <a:ext cx="323215" cy="7747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2" p14:bwMode="auto">
            <p14:nvContentPartPr>
              <p14:cNvPr id="46" name="Ink 45"/>
              <p14:cNvContentPartPr/>
              <p14:nvPr/>
            </p14:nvContentPartPr>
            <p14:xfrm>
              <a:off x="11523345" y="6586855"/>
              <a:ext cx="374015" cy="168910"/>
            </p14:xfrm>
          </p:contentPart>
        </mc:Choice>
        <mc:Fallback xmlns="">
          <p:pic>
            <p:nvPicPr>
              <p:cNvPr id="46" name="Ink 45"/>
            </p:nvPicPr>
            <p:blipFill>
              <a:blip r:embed="rId13"/>
            </p:blipFill>
            <p:spPr>
              <a:xfrm>
                <a:off x="11523345" y="6586855"/>
                <a:ext cx="374015" cy="1689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4" p14:bwMode="auto">
            <p14:nvContentPartPr>
              <p14:cNvPr id="47" name="Ink 46"/>
              <p14:cNvContentPartPr/>
              <p14:nvPr/>
            </p14:nvContentPartPr>
            <p14:xfrm>
              <a:off x="10995660" y="6686550"/>
              <a:ext cx="489585" cy="61595"/>
            </p14:xfrm>
          </p:contentPart>
        </mc:Choice>
        <mc:Fallback xmlns="">
          <p:pic>
            <p:nvPicPr>
              <p:cNvPr id="47" name="Ink 46"/>
            </p:nvPicPr>
            <p:blipFill>
              <a:blip r:embed="rId15"/>
            </p:blipFill>
            <p:spPr>
              <a:xfrm>
                <a:off x="10995660" y="6686550"/>
                <a:ext cx="489585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6" p14:bwMode="auto">
            <p14:nvContentPartPr>
              <p14:cNvPr id="48" name="Ink 47"/>
              <p14:cNvContentPartPr/>
              <p14:nvPr/>
            </p14:nvContentPartPr>
            <p14:xfrm>
              <a:off x="11087100" y="6717030"/>
              <a:ext cx="372745" cy="46355"/>
            </p14:xfrm>
          </p:contentPart>
        </mc:Choice>
        <mc:Fallback xmlns="">
          <p:pic>
            <p:nvPicPr>
              <p:cNvPr id="48" name="Ink 47"/>
            </p:nvPicPr>
            <p:blipFill>
              <a:blip r:embed="rId17"/>
            </p:blipFill>
            <p:spPr>
              <a:xfrm>
                <a:off x="11087100" y="6717030"/>
                <a:ext cx="372745" cy="4635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8" p14:bwMode="auto">
            <p14:nvContentPartPr>
              <p14:cNvPr id="50" name="Ink 49"/>
              <p14:cNvContentPartPr/>
              <p14:nvPr/>
            </p14:nvContentPartPr>
            <p14:xfrm>
              <a:off x="12022455" y="6591935"/>
              <a:ext cx="84455" cy="171450"/>
            </p14:xfrm>
          </p:contentPart>
        </mc:Choice>
        <mc:Fallback xmlns="">
          <p:pic>
            <p:nvPicPr>
              <p:cNvPr id="50" name="Ink 49"/>
            </p:nvPicPr>
            <p:blipFill>
              <a:blip r:embed="rId19"/>
            </p:blipFill>
            <p:spPr>
              <a:xfrm>
                <a:off x="12022455" y="6591935"/>
                <a:ext cx="84455" cy="1714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0" p14:bwMode="auto">
            <p14:nvContentPartPr>
              <p14:cNvPr id="51" name="Ink 50"/>
              <p14:cNvContentPartPr/>
              <p14:nvPr/>
            </p14:nvContentPartPr>
            <p14:xfrm>
              <a:off x="11698605" y="6609715"/>
              <a:ext cx="335280" cy="174625"/>
            </p14:xfrm>
          </p:contentPart>
        </mc:Choice>
        <mc:Fallback xmlns="">
          <p:pic>
            <p:nvPicPr>
              <p:cNvPr id="51" name="Ink 50"/>
            </p:nvPicPr>
            <p:blipFill>
              <a:blip r:embed="rId21"/>
            </p:blipFill>
            <p:spPr>
              <a:xfrm>
                <a:off x="11698605" y="6609715"/>
                <a:ext cx="335280" cy="1746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2" p14:bwMode="auto">
            <p14:nvContentPartPr>
              <p14:cNvPr id="52" name="Ink 51"/>
              <p14:cNvContentPartPr/>
              <p14:nvPr/>
            </p14:nvContentPartPr>
            <p14:xfrm>
              <a:off x="11793855" y="6724650"/>
              <a:ext cx="287020" cy="61595"/>
            </p14:xfrm>
          </p:contentPart>
        </mc:Choice>
        <mc:Fallback xmlns="">
          <p:pic>
            <p:nvPicPr>
              <p:cNvPr id="52" name="Ink 51"/>
            </p:nvPicPr>
            <p:blipFill>
              <a:blip r:embed="rId23"/>
            </p:blipFill>
            <p:spPr>
              <a:xfrm>
                <a:off x="11793855" y="6724650"/>
                <a:ext cx="287020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4" p14:bwMode="auto">
            <p14:nvContentPartPr>
              <p14:cNvPr id="53" name="Ink 52"/>
              <p14:cNvContentPartPr/>
              <p14:nvPr/>
            </p14:nvContentPartPr>
            <p14:xfrm>
              <a:off x="11870055" y="6724650"/>
              <a:ext cx="635" cy="635"/>
            </p14:xfrm>
          </p:contentPart>
        </mc:Choice>
        <mc:Fallback xmlns="">
          <p:pic>
            <p:nvPicPr>
              <p:cNvPr id="53" name="Ink 52"/>
            </p:nvPicPr>
            <p:blipFill>
              <a:blip r:embed="rId25"/>
            </p:blipFill>
            <p:spPr>
              <a:xfrm>
                <a:off x="11870055" y="6724650"/>
                <a:ext cx="635" cy="63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6" p14:bwMode="auto">
            <p14:nvContentPartPr>
              <p14:cNvPr id="54" name="Ink 53"/>
              <p14:cNvContentPartPr/>
              <p14:nvPr/>
            </p14:nvContentPartPr>
            <p14:xfrm>
              <a:off x="11757660" y="6649085"/>
              <a:ext cx="205105" cy="76200"/>
            </p14:xfrm>
          </p:contentPart>
        </mc:Choice>
        <mc:Fallback xmlns="">
          <p:pic>
            <p:nvPicPr>
              <p:cNvPr id="54" name="Ink 53"/>
            </p:nvPicPr>
            <p:blipFill>
              <a:blip r:embed="rId27"/>
            </p:blipFill>
            <p:spPr>
              <a:xfrm>
                <a:off x="11757660" y="6649085"/>
                <a:ext cx="205105" cy="762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28" p14:bwMode="auto">
            <p14:nvContentPartPr>
              <p14:cNvPr id="55" name="Ink 54"/>
              <p14:cNvContentPartPr/>
              <p14:nvPr/>
            </p14:nvContentPartPr>
            <p14:xfrm>
              <a:off x="11692890" y="6594475"/>
              <a:ext cx="381000" cy="199390"/>
            </p14:xfrm>
          </p:contentPart>
        </mc:Choice>
        <mc:Fallback xmlns="">
          <p:pic>
            <p:nvPicPr>
              <p:cNvPr id="55" name="Ink 54"/>
            </p:nvPicPr>
            <p:blipFill>
              <a:blip r:embed="rId29"/>
            </p:blipFill>
            <p:spPr>
              <a:xfrm>
                <a:off x="11692890" y="6594475"/>
                <a:ext cx="381000" cy="19939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0" p14:bwMode="auto">
            <p14:nvContentPartPr>
              <p14:cNvPr id="56" name="Ink 55"/>
              <p14:cNvContentPartPr/>
              <p14:nvPr/>
            </p14:nvContentPartPr>
            <p14:xfrm>
              <a:off x="11984355" y="6656070"/>
              <a:ext cx="92075" cy="137795"/>
            </p14:xfrm>
          </p:contentPart>
        </mc:Choice>
        <mc:Fallback xmlns="">
          <p:pic>
            <p:nvPicPr>
              <p:cNvPr id="56" name="Ink 55"/>
            </p:nvPicPr>
            <p:blipFill>
              <a:blip r:embed="rId31"/>
            </p:blipFill>
            <p:spPr>
              <a:xfrm>
                <a:off x="11984355" y="6656070"/>
                <a:ext cx="92075" cy="1377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2" p14:bwMode="auto">
            <p14:nvContentPartPr>
              <p14:cNvPr id="57" name="Ink 56"/>
              <p14:cNvContentPartPr/>
              <p14:nvPr/>
            </p14:nvContentPartPr>
            <p14:xfrm>
              <a:off x="11961495" y="6499225"/>
              <a:ext cx="62230" cy="257175"/>
            </p14:xfrm>
          </p:contentPart>
        </mc:Choice>
        <mc:Fallback xmlns="">
          <p:pic>
            <p:nvPicPr>
              <p:cNvPr id="57" name="Ink 56"/>
            </p:nvPicPr>
            <p:blipFill>
              <a:blip r:embed="rId33"/>
            </p:blipFill>
            <p:spPr>
              <a:xfrm>
                <a:off x="11961495" y="6499225"/>
                <a:ext cx="62230" cy="25717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4" p14:bwMode="auto">
            <p14:nvContentPartPr>
              <p14:cNvPr id="58" name="Ink 57"/>
              <p14:cNvContentPartPr/>
              <p14:nvPr/>
            </p14:nvContentPartPr>
            <p14:xfrm>
              <a:off x="11442700" y="6557010"/>
              <a:ext cx="664210" cy="180340"/>
            </p14:xfrm>
          </p:contentPart>
        </mc:Choice>
        <mc:Fallback xmlns="">
          <p:pic>
            <p:nvPicPr>
              <p:cNvPr id="58" name="Ink 57"/>
            </p:nvPicPr>
            <p:blipFill>
              <a:blip r:embed="rId35"/>
            </p:blipFill>
            <p:spPr>
              <a:xfrm>
                <a:off x="11442700" y="6557010"/>
                <a:ext cx="664210" cy="1803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6" p14:bwMode="auto">
            <p14:nvContentPartPr>
              <p14:cNvPr id="59" name="Ink 58"/>
              <p14:cNvContentPartPr/>
              <p14:nvPr/>
            </p14:nvContentPartPr>
            <p14:xfrm>
              <a:off x="11415395" y="6595110"/>
              <a:ext cx="650240" cy="184150"/>
            </p14:xfrm>
          </p:contentPart>
        </mc:Choice>
        <mc:Fallback xmlns="">
          <p:pic>
            <p:nvPicPr>
              <p:cNvPr id="59" name="Ink 58"/>
            </p:nvPicPr>
            <p:blipFill>
              <a:blip r:embed="rId37"/>
            </p:blipFill>
            <p:spPr>
              <a:xfrm>
                <a:off x="11415395" y="6595110"/>
                <a:ext cx="650240" cy="18415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8" p14:bwMode="auto">
            <p14:nvContentPartPr>
              <p14:cNvPr id="60" name="Ink 59"/>
              <p14:cNvContentPartPr/>
              <p14:nvPr/>
            </p14:nvContentPartPr>
            <p14:xfrm>
              <a:off x="12060555" y="6595110"/>
              <a:ext cx="98425" cy="61595"/>
            </p14:xfrm>
          </p:contentPart>
        </mc:Choice>
        <mc:Fallback xmlns="">
          <p:pic>
            <p:nvPicPr>
              <p:cNvPr id="60" name="Ink 59"/>
            </p:nvPicPr>
            <p:blipFill>
              <a:blip r:embed="rId39"/>
            </p:blipFill>
            <p:spPr>
              <a:xfrm>
                <a:off x="12060555" y="6595110"/>
                <a:ext cx="98425" cy="6159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0" p14:bwMode="auto">
            <p14:nvContentPartPr>
              <p14:cNvPr id="61" name="Ink 60"/>
              <p14:cNvContentPartPr/>
              <p14:nvPr/>
            </p14:nvContentPartPr>
            <p14:xfrm>
              <a:off x="11663045" y="6594475"/>
              <a:ext cx="481330" cy="92710"/>
            </p14:xfrm>
          </p:contentPart>
        </mc:Choice>
        <mc:Fallback xmlns="">
          <p:pic>
            <p:nvPicPr>
              <p:cNvPr id="61" name="Ink 60"/>
            </p:nvPicPr>
            <p:blipFill>
              <a:blip r:embed="rId41"/>
            </p:blipFill>
            <p:spPr>
              <a:xfrm>
                <a:off x="11663045" y="6594475"/>
                <a:ext cx="481330" cy="9271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2" p14:bwMode="auto">
            <p14:nvContentPartPr>
              <p14:cNvPr id="62" name="Ink 61"/>
              <p14:cNvContentPartPr/>
              <p14:nvPr/>
            </p14:nvContentPartPr>
            <p14:xfrm>
              <a:off x="10930890" y="6594475"/>
              <a:ext cx="1051560" cy="222885"/>
            </p14:xfrm>
          </p:contentPart>
        </mc:Choice>
        <mc:Fallback xmlns="">
          <p:pic>
            <p:nvPicPr>
              <p:cNvPr id="62" name="Ink 61"/>
            </p:nvPicPr>
            <p:blipFill>
              <a:blip r:embed="rId43"/>
            </p:blipFill>
            <p:spPr>
              <a:xfrm>
                <a:off x="10930890" y="6594475"/>
                <a:ext cx="1051560" cy="22288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44" p14:bwMode="auto">
            <p14:nvContentPartPr>
              <p14:cNvPr id="63" name="Ink 62"/>
              <p14:cNvContentPartPr/>
              <p14:nvPr/>
            </p14:nvContentPartPr>
            <p14:xfrm>
              <a:off x="11389995" y="6640830"/>
              <a:ext cx="635" cy="635"/>
            </p14:xfrm>
          </p:contentPart>
        </mc:Choice>
        <mc:Fallback xmlns="">
          <p:pic>
            <p:nvPicPr>
              <p:cNvPr id="63" name="Ink 62"/>
            </p:nvPicPr>
            <p:blipFill>
              <a:blip r:embed="rId25"/>
            </p:blipFill>
            <p:spPr>
              <a:xfrm>
                <a:off x="11389995" y="6640830"/>
                <a:ext cx="635" cy="63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BUILD PLAN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842070"/>
            <a:ext cx="10972526" cy="37732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2850" kern="100" spc="-57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A practical stack and five-phase MVP plan</a:t>
            </a:r>
            <a:endParaRPr lang="en-US" sz="2850" dirty="0"/>
          </a:p>
        </p:txBody>
      </p:sp>
      <p:sp>
        <p:nvSpPr>
          <p:cNvPr id="4" name="Shape 2"/>
          <p:cNvSpPr/>
          <p:nvPr/>
        </p:nvSpPr>
        <p:spPr>
          <a:xfrm>
            <a:off x="609585" y="1388765"/>
            <a:ext cx="5333867" cy="1907381"/>
          </a:xfrm>
          <a:prstGeom prst="roundRect">
            <a:avLst>
              <a:gd name="adj" fmla="val 11186"/>
            </a:avLst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838179" y="1566565"/>
            <a:ext cx="5105272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SOFTWARE STACK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838179" y="1830090"/>
            <a:ext cx="4876678" cy="48875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Python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Pandas + NumPy </a:t>
            </a:r>
            <a:r>
              <a:rPr lang="en-GB" alt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+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GitHub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179" y="2417663"/>
            <a:ext cx="4876678" cy="3881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Why this stack: accessible, collaborative, and suited to an end-to-end AI/ML prototype.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48244" y="1388765"/>
            <a:ext cx="5333867" cy="1907381"/>
          </a:xfrm>
          <a:prstGeom prst="roundRect">
            <a:avLst>
              <a:gd name="adj" fmla="val 11186"/>
            </a:avLst>
          </a:prstGeom>
          <a:solidFill>
            <a:srgbClr val="FFFFFF"/>
          </a:solidFill>
        </p:spPr>
      </p:sp>
      <p:sp>
        <p:nvSpPr>
          <p:cNvPr id="9" name="Text 7"/>
          <p:cNvSpPr/>
          <p:nvPr/>
        </p:nvSpPr>
        <p:spPr>
          <a:xfrm>
            <a:off x="6476838" y="1566565"/>
            <a:ext cx="5105272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HARDWARE STACK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476838" y="1830090"/>
            <a:ext cx="5105272" cy="24437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ESP32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· LCD display · generic supporting components</a:t>
            </a:r>
            <a:endParaRPr lang="en-US" sz="14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76838" y="2173288"/>
            <a:ext cx="359262" cy="35927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6476838" y="2631380"/>
            <a:ext cx="2362141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ESP32</a:t>
            </a:r>
            <a:endParaRPr lang="en-US" sz="115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375" y="2173288"/>
            <a:ext cx="359262" cy="35927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8991375" y="2631380"/>
            <a:ext cx="2362141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LCD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6476838" y="2924274"/>
            <a:ext cx="5105272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The hardware is an interface layer for demonstration, not a medical device.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609585" y="3448645"/>
            <a:ext cx="5689458" cy="3414911"/>
          </a:xfrm>
          <a:prstGeom prst="roundRect">
            <a:avLst>
              <a:gd name="adj" fmla="val 6248"/>
            </a:avLst>
          </a:prstGeom>
          <a:solidFill>
            <a:srgbClr val="FFFFFF"/>
          </a:solidFill>
        </p:spPr>
      </p:sp>
      <p:sp>
        <p:nvSpPr>
          <p:cNvPr id="17" name="Text 13"/>
          <p:cNvSpPr/>
          <p:nvPr/>
        </p:nvSpPr>
        <p:spPr>
          <a:xfrm>
            <a:off x="838179" y="3626445"/>
            <a:ext cx="5460863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TEAM OWNERSHIP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838179" y="3889970"/>
            <a:ext cx="1667825" cy="1175246"/>
          </a:xfrm>
          <a:prstGeom prst="roundRect">
            <a:avLst>
              <a:gd name="adj" fmla="val 18154"/>
            </a:avLst>
          </a:prstGeom>
          <a:solidFill>
            <a:srgbClr val="FFFFFF"/>
          </a:solidFill>
        </p:spPr>
      </p:sp>
      <p:sp>
        <p:nvSpPr>
          <p:cNvPr id="19" name="Text 15"/>
          <p:cNvSpPr/>
          <p:nvPr/>
        </p:nvSpPr>
        <p:spPr>
          <a:xfrm>
            <a:off x="965176" y="3991570"/>
            <a:ext cx="1540829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[MAHESH]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965176" y="4224040"/>
            <a:ext cx="1413832" cy="229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Data</a:t>
            </a:r>
            <a:endParaRPr lang="en-US" sz="1500" dirty="0"/>
          </a:p>
        </p:txBody>
      </p:sp>
      <p:sp>
        <p:nvSpPr>
          <p:cNvPr id="21" name="Text 17"/>
          <p:cNvSpPr/>
          <p:nvPr/>
        </p:nvSpPr>
        <p:spPr>
          <a:xfrm>
            <a:off x="965176" y="4575473"/>
            <a:ext cx="1413832" cy="38814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Dataset and preprocessing</a:t>
            </a:r>
            <a:endParaRPr lang="en-US" sz="1150" dirty="0"/>
          </a:p>
        </p:txBody>
      </p:sp>
      <p:sp>
        <p:nvSpPr>
          <p:cNvPr id="22" name="Shape 18"/>
          <p:cNvSpPr/>
          <p:nvPr/>
        </p:nvSpPr>
        <p:spPr>
          <a:xfrm>
            <a:off x="2658401" y="3889970"/>
            <a:ext cx="1591727" cy="1175246"/>
          </a:xfrm>
          <a:prstGeom prst="roundRect">
            <a:avLst>
              <a:gd name="adj" fmla="val 18154"/>
            </a:avLst>
          </a:prstGeom>
          <a:solidFill>
            <a:srgbClr val="FFFFFF"/>
          </a:solidFill>
        </p:spPr>
      </p:sp>
      <p:sp>
        <p:nvSpPr>
          <p:cNvPr id="23" name="Text 19"/>
          <p:cNvSpPr/>
          <p:nvPr/>
        </p:nvSpPr>
        <p:spPr>
          <a:xfrm>
            <a:off x="2785398" y="3991570"/>
            <a:ext cx="1464730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[JUNJAPPA]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2785398" y="4224040"/>
            <a:ext cx="1337733" cy="229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Model</a:t>
            </a:r>
            <a:endParaRPr lang="en-US" sz="1500" dirty="0"/>
          </a:p>
        </p:txBody>
      </p:sp>
      <p:sp>
        <p:nvSpPr>
          <p:cNvPr id="25" name="Text 21"/>
          <p:cNvSpPr/>
          <p:nvPr/>
        </p:nvSpPr>
        <p:spPr>
          <a:xfrm>
            <a:off x="2785398" y="4575473"/>
            <a:ext cx="1464730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ML workflow</a:t>
            </a:r>
            <a:endParaRPr lang="en-US" sz="1150" dirty="0"/>
          </a:p>
        </p:txBody>
      </p:sp>
      <p:sp>
        <p:nvSpPr>
          <p:cNvPr id="26" name="Shape 22"/>
          <p:cNvSpPr/>
          <p:nvPr/>
        </p:nvSpPr>
        <p:spPr>
          <a:xfrm>
            <a:off x="4402523" y="3889970"/>
            <a:ext cx="1667825" cy="1175246"/>
          </a:xfrm>
          <a:prstGeom prst="roundRect">
            <a:avLst>
              <a:gd name="adj" fmla="val 18154"/>
            </a:avLst>
          </a:prstGeom>
          <a:solidFill>
            <a:srgbClr val="FFFFFF"/>
          </a:solidFill>
        </p:spPr>
      </p:sp>
      <p:sp>
        <p:nvSpPr>
          <p:cNvPr id="27" name="Text 23"/>
          <p:cNvSpPr/>
          <p:nvPr/>
        </p:nvSpPr>
        <p:spPr>
          <a:xfrm>
            <a:off x="4529520" y="3991570"/>
            <a:ext cx="1540829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[BASAVARAJ]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4529520" y="4224040"/>
            <a:ext cx="1413832" cy="229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Evaluation</a:t>
            </a:r>
            <a:endParaRPr lang="en-US" sz="1500" dirty="0"/>
          </a:p>
        </p:txBody>
      </p:sp>
      <p:sp>
        <p:nvSpPr>
          <p:cNvPr id="29" name="Text 25"/>
          <p:cNvSpPr/>
          <p:nvPr/>
        </p:nvSpPr>
        <p:spPr>
          <a:xfrm>
            <a:off x="4529520" y="4575473"/>
            <a:ext cx="1540829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To be evaluated</a:t>
            </a:r>
            <a:endParaRPr lang="en-US" sz="1150" dirty="0"/>
          </a:p>
        </p:txBody>
      </p:sp>
      <p:sp>
        <p:nvSpPr>
          <p:cNvPr id="30" name="Shape 26"/>
          <p:cNvSpPr/>
          <p:nvPr/>
        </p:nvSpPr>
        <p:spPr>
          <a:xfrm>
            <a:off x="838179" y="5217616"/>
            <a:ext cx="1667825" cy="1175246"/>
          </a:xfrm>
          <a:prstGeom prst="roundRect">
            <a:avLst>
              <a:gd name="adj" fmla="val 18154"/>
            </a:avLst>
          </a:prstGeom>
          <a:solidFill>
            <a:srgbClr val="FFFFFF"/>
          </a:solidFill>
        </p:spPr>
      </p:sp>
      <p:sp>
        <p:nvSpPr>
          <p:cNvPr id="31" name="Text 27"/>
          <p:cNvSpPr/>
          <p:nvPr/>
        </p:nvSpPr>
        <p:spPr>
          <a:xfrm>
            <a:off x="965176" y="5319216"/>
            <a:ext cx="1540829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[DARSHAN]</a:t>
            </a:r>
            <a:endParaRPr lang="en-US" sz="1050" dirty="0"/>
          </a:p>
        </p:txBody>
      </p:sp>
      <p:sp>
        <p:nvSpPr>
          <p:cNvPr id="32" name="Text 28"/>
          <p:cNvSpPr/>
          <p:nvPr/>
        </p:nvSpPr>
        <p:spPr>
          <a:xfrm>
            <a:off x="965176" y="5551686"/>
            <a:ext cx="1413832" cy="229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Dashboard</a:t>
            </a:r>
            <a:endParaRPr lang="en-US" sz="1500" dirty="0"/>
          </a:p>
        </p:txBody>
      </p:sp>
      <p:sp>
        <p:nvSpPr>
          <p:cNvPr id="33" name="Text 29"/>
          <p:cNvSpPr/>
          <p:nvPr/>
        </p:nvSpPr>
        <p:spPr>
          <a:xfrm>
            <a:off x="965176" y="5903119"/>
            <a:ext cx="1540829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Streamlit interface</a:t>
            </a:r>
            <a:endParaRPr lang="en-US" sz="1150" dirty="0"/>
          </a:p>
        </p:txBody>
      </p:sp>
      <p:sp>
        <p:nvSpPr>
          <p:cNvPr id="34" name="Shape 30"/>
          <p:cNvSpPr/>
          <p:nvPr/>
        </p:nvSpPr>
        <p:spPr>
          <a:xfrm>
            <a:off x="2658401" y="5217616"/>
            <a:ext cx="1591727" cy="1175246"/>
          </a:xfrm>
          <a:prstGeom prst="roundRect">
            <a:avLst>
              <a:gd name="adj" fmla="val 18154"/>
            </a:avLst>
          </a:prstGeom>
          <a:solidFill>
            <a:srgbClr val="FFFFFF"/>
          </a:solidFill>
        </p:spPr>
      </p:sp>
      <p:sp>
        <p:nvSpPr>
          <p:cNvPr id="35" name="Text 31"/>
          <p:cNvSpPr/>
          <p:nvPr/>
        </p:nvSpPr>
        <p:spPr>
          <a:xfrm>
            <a:off x="2785398" y="5319216"/>
            <a:ext cx="1464730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[NAGARAJ]</a:t>
            </a:r>
            <a:endParaRPr lang="en-US" sz="1050" dirty="0"/>
          </a:p>
        </p:txBody>
      </p:sp>
      <p:sp>
        <p:nvSpPr>
          <p:cNvPr id="36" name="Text 32"/>
          <p:cNvSpPr/>
          <p:nvPr/>
        </p:nvSpPr>
        <p:spPr>
          <a:xfrm>
            <a:off x="2785398" y="5551686"/>
            <a:ext cx="1337733" cy="229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Hardware</a:t>
            </a:r>
            <a:endParaRPr lang="en-US" sz="1500" dirty="0"/>
          </a:p>
        </p:txBody>
      </p:sp>
      <p:sp>
        <p:nvSpPr>
          <p:cNvPr id="37" name="Text 33"/>
          <p:cNvSpPr/>
          <p:nvPr/>
        </p:nvSpPr>
        <p:spPr>
          <a:xfrm>
            <a:off x="2785398" y="5903119"/>
            <a:ext cx="1464730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ESP32 + LCD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4402523" y="5217616"/>
            <a:ext cx="1667825" cy="1175246"/>
          </a:xfrm>
          <a:prstGeom prst="roundRect">
            <a:avLst>
              <a:gd name="adj" fmla="val 18154"/>
            </a:avLst>
          </a:prstGeom>
          <a:solidFill>
            <a:srgbClr val="FFFFFF"/>
          </a:solidFill>
        </p:spPr>
      </p:sp>
      <p:sp>
        <p:nvSpPr>
          <p:cNvPr id="39" name="Text 35"/>
          <p:cNvSpPr/>
          <p:nvPr/>
        </p:nvSpPr>
        <p:spPr>
          <a:xfrm>
            <a:off x="4529520" y="5319216"/>
            <a:ext cx="1540829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000000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[JAYANT]</a:t>
            </a:r>
            <a:endParaRPr lang="en-US" sz="1050" dirty="0"/>
          </a:p>
        </p:txBody>
      </p:sp>
      <p:sp>
        <p:nvSpPr>
          <p:cNvPr id="40" name="Text 36"/>
          <p:cNvSpPr/>
          <p:nvPr/>
        </p:nvSpPr>
        <p:spPr>
          <a:xfrm>
            <a:off x="4529520" y="5551686"/>
            <a:ext cx="1413832" cy="229989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Figtree SemiBold" pitchFamily="34" charset="0"/>
                <a:ea typeface="Figtree SemiBold" pitchFamily="34" charset="-122"/>
                <a:cs typeface="Figtree SemiBold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41" name="Text 37"/>
          <p:cNvSpPr/>
          <p:nvPr/>
        </p:nvSpPr>
        <p:spPr>
          <a:xfrm>
            <a:off x="4529520" y="5903119"/>
            <a:ext cx="1540829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Demo and delivery</a:t>
            </a:r>
            <a:endParaRPr lang="en-US" sz="1150" dirty="0"/>
          </a:p>
        </p:txBody>
      </p:sp>
      <p:sp>
        <p:nvSpPr>
          <p:cNvPr id="42" name="Text 38"/>
          <p:cNvSpPr/>
          <p:nvPr/>
        </p:nvSpPr>
        <p:spPr>
          <a:xfrm>
            <a:off x="838179" y="6491684"/>
            <a:ext cx="5460863" cy="19407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endParaRPr lang="en-US" sz="1150" dirty="0"/>
          </a:p>
        </p:txBody>
      </p:sp>
      <p:sp>
        <p:nvSpPr>
          <p:cNvPr id="43" name="Shape 39"/>
          <p:cNvSpPr/>
          <p:nvPr/>
        </p:nvSpPr>
        <p:spPr>
          <a:xfrm>
            <a:off x="6603736" y="3448645"/>
            <a:ext cx="4978375" cy="3414911"/>
          </a:xfrm>
          <a:prstGeom prst="roundRect">
            <a:avLst>
              <a:gd name="adj" fmla="val 6248"/>
            </a:avLst>
          </a:prstGeom>
          <a:solidFill>
            <a:srgbClr val="FFFFFF"/>
          </a:solidFill>
        </p:spPr>
      </p:sp>
      <p:sp>
        <p:nvSpPr>
          <p:cNvPr id="44" name="Text 40"/>
          <p:cNvSpPr/>
          <p:nvPr/>
        </p:nvSpPr>
        <p:spPr>
          <a:xfrm>
            <a:off x="6832330" y="3626445"/>
            <a:ext cx="4749780" cy="16470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kern="100" spc="62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FIVE-PHASE MVP PLAN</a:t>
            </a:r>
            <a:endParaRPr lang="en-US" sz="1050" dirty="0"/>
          </a:p>
        </p:txBody>
      </p:sp>
      <p:sp>
        <p:nvSpPr>
          <p:cNvPr id="45" name="Text 41"/>
          <p:cNvSpPr/>
          <p:nvPr/>
        </p:nvSpPr>
        <p:spPr>
          <a:xfrm>
            <a:off x="6832330" y="3889970"/>
            <a:ext cx="4521186" cy="13909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284480" indent="-284480" algn="l">
              <a:lnSpc>
                <a:spcPct val="113000"/>
              </a:lnSpc>
              <a:buSzPct val="100000"/>
              <a:buFont typeface="+mj-lt"/>
              <a:buAutoNum type="arabicPeriod"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Understand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Frame the problem</a:t>
            </a:r>
            <a:endParaRPr lang="en-US" sz="1400" dirty="0"/>
          </a:p>
          <a:p>
            <a:pPr marL="284480" indent="-284480" algn="l">
              <a:lnSpc>
                <a:spcPct val="113000"/>
              </a:lnSpc>
              <a:buSzPct val="100000"/>
              <a:buFont typeface="+mj-lt"/>
              <a:buAutoNum type="arabicPeriod" startAt="2"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Prepare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Clean the data</a:t>
            </a:r>
            <a:endParaRPr lang="en-US" sz="1400" dirty="0"/>
          </a:p>
          <a:p>
            <a:pPr marL="284480" indent="-284480" algn="l">
              <a:lnSpc>
                <a:spcPct val="113000"/>
              </a:lnSpc>
              <a:buSzPct val="100000"/>
              <a:buFont typeface="+mj-lt"/>
              <a:buAutoNum type="arabicPeriod" startAt="3"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Model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Train and evaluate</a:t>
            </a:r>
            <a:endParaRPr lang="en-US" sz="1400" dirty="0"/>
          </a:p>
          <a:p>
            <a:pPr marL="284480" indent="-284480" algn="l">
              <a:lnSpc>
                <a:spcPct val="113000"/>
              </a:lnSpc>
              <a:buSzPct val="100000"/>
              <a:buFont typeface="+mj-lt"/>
              <a:buAutoNum type="arabicPeriod" startAt="4"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Integrate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Connect dashboard and ESP32</a:t>
            </a:r>
            <a:endParaRPr lang="en-US" sz="1400" dirty="0"/>
          </a:p>
          <a:p>
            <a:pPr marL="284480" indent="-284480" algn="l">
              <a:lnSpc>
                <a:spcPct val="113000"/>
              </a:lnSpc>
              <a:buSzPct val="100000"/>
              <a:buFont typeface="+mj-lt"/>
              <a:buAutoNum type="arabicPeriod" startAt="5"/>
            </a:pPr>
            <a:r>
              <a:rPr lang="en-US" sz="1400" b="1" dirty="0">
                <a:solidFill>
                  <a:srgbClr val="1E2A44"/>
                </a:solidFill>
                <a:latin typeface="Figtree Bold" pitchFamily="34" charset="0"/>
                <a:ea typeface="Figtree Bold" pitchFamily="34" charset="-122"/>
                <a:cs typeface="Figtree Bold" pitchFamily="34" charset="-120"/>
              </a:rPr>
              <a:t>Test &amp; Demo</a:t>
            </a:r>
            <a:r>
              <a:rPr lang="en-US" sz="14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 — Run the full path</a:t>
            </a:r>
            <a:endParaRPr lang="en-US" sz="14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47" name="Ink 46"/>
              <p14:cNvContentPartPr/>
              <p14:nvPr/>
            </p14:nvContentPartPr>
            <p14:xfrm>
              <a:off x="11793855" y="6592570"/>
              <a:ext cx="61595" cy="160020"/>
            </p14:xfrm>
          </p:contentPart>
        </mc:Choice>
        <mc:Fallback xmlns="">
          <p:pic>
            <p:nvPicPr>
              <p:cNvPr id="47" name="Ink 46"/>
            </p:nvPicPr>
            <p:blipFill>
              <a:blip r:embed="rId4"/>
            </p:blipFill>
            <p:spPr>
              <a:xfrm>
                <a:off x="11793855" y="6592570"/>
                <a:ext cx="61595" cy="16002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48" name="Ink 47"/>
              <p14:cNvContentPartPr/>
              <p14:nvPr/>
            </p14:nvContentPartPr>
            <p14:xfrm>
              <a:off x="11550015" y="6504305"/>
              <a:ext cx="594995" cy="414020"/>
            </p14:xfrm>
          </p:contentPart>
        </mc:Choice>
        <mc:Fallback xmlns="">
          <p:pic>
            <p:nvPicPr>
              <p:cNvPr id="48" name="Ink 47"/>
            </p:nvPicPr>
            <p:blipFill>
              <a:blip r:embed="rId6"/>
            </p:blipFill>
            <p:spPr>
              <a:xfrm>
                <a:off x="11550015" y="6504305"/>
                <a:ext cx="594995" cy="414020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THE LIVE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09585" y="860425"/>
            <a:ext cx="10972526" cy="40005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000" kern="100" spc="-60" dirty="0">
                <a:solidFill>
                  <a:srgbClr val="1E2A44"/>
                </a:solidFill>
                <a:latin typeface="Urbanist ExtraBold" panose="020B0A04040200000203" pitchFamily="34" charset="0"/>
                <a:ea typeface="Urbanist ExtraBold" panose="020B0A04040200000203" pitchFamily="34" charset="-122"/>
                <a:cs typeface="Urbanist ExtraBold" panose="020B0A04040200000203" pitchFamily="34" charset="-120"/>
              </a:rPr>
              <a:t>One prediction. Two interfaces. One working prototype.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09585" y="1450975"/>
            <a:ext cx="11582110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DEMO JOURNEY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585" y="1797050"/>
            <a:ext cx="10972526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01 Select / Enter Patient Data → 02 Preprocess → 03 Run ML Model → 04 Generate Risk: LOW / MEDIUM / HIGH → 05 Software Display → 06 ESP32 → LCD → 07 Follow-Up Prioritization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09585" y="2501900"/>
            <a:ext cx="533386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EXPECTED DELIVERABLES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585" y="2787650"/>
            <a:ext cx="5333867" cy="5334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 pipeline · ML model · evaluation · software dashboard · hardware prototype · end-to-end MVP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09585" y="3432175"/>
            <a:ext cx="5333867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Evaluation metrics and predictive performance: To be evaluated.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9585" y="3748980"/>
            <a:ext cx="533386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SUCCESS CRITERIA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9585" y="4034730"/>
            <a:ext cx="5333867" cy="8001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500" dirty="0">
                <a:solidFill>
                  <a:srgbClr val="1E2A44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Complete patient-to-signal flow · clear LOW/MEDIUM/HIGH output · usable dashboard · visible ESP32/LCD result · reproducible demo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248244" y="2501900"/>
            <a:ext cx="533386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RISKS / DEPENDENCIES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48244" y="2787650"/>
            <a:ext cx="5333867" cy="41136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Data quality · preprocessing choices · model evaluation · dashboard-to-hardware integration · available components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248244" y="3310136"/>
            <a:ext cx="5333867" cy="1746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kern="100" spc="66" dirty="0">
                <a:solidFill>
                  <a:srgbClr val="1E2A44"/>
                </a:solidFill>
                <a:latin typeface="Red Hat Mono Medium" panose="02010509040201060303" pitchFamily="34" charset="0"/>
                <a:ea typeface="Red Hat Mono Medium" panose="02010509040201060303" pitchFamily="34" charset="-122"/>
                <a:cs typeface="Red Hat Mono Medium" panose="02010509040201060303" pitchFamily="34" charset="-120"/>
              </a:rPr>
              <a:t>MVP BOUNDARY → FUTURE ENHANCEMENTS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48244" y="3595886"/>
            <a:ext cx="5333867" cy="61704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4A5670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MVP: decision-support prototype with software and ESP32/LCD output. Future: enhancements after evaluation, without claiming clinical deployment or certified medical-device status.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09585" y="5006280"/>
            <a:ext cx="10972526" cy="1256605"/>
          </a:xfrm>
          <a:prstGeom prst="rect">
            <a:avLst/>
          </a:prstGeom>
          <a:solidFill>
            <a:srgbClr val="1E2A44"/>
          </a:solidFill>
        </p:spPr>
      </p:sp>
      <p:sp>
        <p:nvSpPr>
          <p:cNvPr id="16" name="Text 14"/>
          <p:cNvSpPr/>
          <p:nvPr/>
        </p:nvSpPr>
        <p:spPr>
          <a:xfrm>
            <a:off x="863578" y="5158680"/>
            <a:ext cx="10464538" cy="60960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Urbanist SemiBold" panose="020B0A04040200000203" pitchFamily="34" charset="0"/>
                <a:ea typeface="Urbanist SemiBold" panose="020B0A04040200000203" pitchFamily="34" charset="-122"/>
                <a:cs typeface="Urbanist SemiBold" panose="020B0A04040200000203" pitchFamily="34" charset="-120"/>
              </a:rPr>
              <a:t>PREDICT THE RISK. PRIORITIZE THE PATIENT. DEMONSTRATE THE FUTURE OF DATA-DRIVEN CARE.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63578" y="5904805"/>
            <a:ext cx="10718532" cy="20568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Figtree" pitchFamily="34" charset="0"/>
                <a:ea typeface="Figtree" pitchFamily="34" charset="-122"/>
                <a:cs typeface="Figtree" pitchFamily="34" charset="-120"/>
              </a:rPr>
              <a:t>ReAdmission AI | Healthcare × AI/ML × IoT | Hackfest 2026</a:t>
            </a:r>
            <a:endParaRPr lang="en-US" sz="12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r:id="rId1" p14:bwMode="auto">
            <p14:nvContentPartPr>
              <p14:cNvPr id="18" name="Ink 17"/>
              <p14:cNvContentPartPr/>
              <p14:nvPr/>
            </p14:nvContentPartPr>
            <p14:xfrm>
              <a:off x="11468100" y="6610985"/>
              <a:ext cx="596900" cy="73025"/>
            </p14:xfrm>
          </p:contentPart>
        </mc:Choice>
        <mc:Fallback xmlns="">
          <p:pic>
            <p:nvPicPr>
              <p:cNvPr id="18" name="Ink 17"/>
            </p:nvPicPr>
            <p:blipFill>
              <a:blip r:embed="rId2"/>
            </p:blipFill>
            <p:spPr>
              <a:xfrm>
                <a:off x="11468100" y="6610985"/>
                <a:ext cx="596900" cy="7302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3" p14:bwMode="auto">
            <p14:nvContentPartPr>
              <p14:cNvPr id="21" name="Ink 20"/>
              <p14:cNvContentPartPr/>
              <p14:nvPr/>
            </p14:nvContentPartPr>
            <p14:xfrm>
              <a:off x="10690860" y="6461125"/>
              <a:ext cx="1438275" cy="355600"/>
            </p14:xfrm>
          </p:contentPart>
        </mc:Choice>
        <mc:Fallback xmlns="">
          <p:pic>
            <p:nvPicPr>
              <p:cNvPr id="21" name="Ink 20"/>
            </p:nvPicPr>
            <p:blipFill>
              <a:blip r:embed="rId4"/>
            </p:blipFill>
            <p:spPr>
              <a:xfrm>
                <a:off x="10690860" y="6461125"/>
                <a:ext cx="1438275" cy="35560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5" p14:bwMode="auto">
            <p14:nvContentPartPr>
              <p14:cNvPr id="22" name="Ink 21"/>
              <p14:cNvContentPartPr/>
              <p14:nvPr/>
            </p14:nvContentPartPr>
            <p14:xfrm>
              <a:off x="11118215" y="6652260"/>
              <a:ext cx="844550" cy="116840"/>
            </p14:xfrm>
          </p:contentPart>
        </mc:Choice>
        <mc:Fallback xmlns="">
          <p:pic>
            <p:nvPicPr>
              <p:cNvPr id="22" name="Ink 21"/>
            </p:nvPicPr>
            <p:blipFill>
              <a:blip r:embed="rId6"/>
            </p:blipFill>
            <p:spPr>
              <a:xfrm>
                <a:off x="11118215" y="6652260"/>
                <a:ext cx="844550" cy="1168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7" p14:bwMode="auto">
            <p14:nvContentPartPr>
              <p14:cNvPr id="23" name="Ink 22"/>
              <p14:cNvContentPartPr/>
              <p14:nvPr/>
            </p14:nvContentPartPr>
            <p14:xfrm>
              <a:off x="11059795" y="6560185"/>
              <a:ext cx="1108710" cy="281940"/>
            </p14:xfrm>
          </p:contentPart>
        </mc:Choice>
        <mc:Fallback xmlns="">
          <p:pic>
            <p:nvPicPr>
              <p:cNvPr id="23" name="Ink 22"/>
            </p:nvPicPr>
            <p:blipFill>
              <a:blip r:embed="rId8"/>
            </p:blipFill>
            <p:spPr>
              <a:xfrm>
                <a:off x="11059795" y="6560185"/>
                <a:ext cx="1108710" cy="2819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9" p14:bwMode="auto">
            <p14:nvContentPartPr>
              <p14:cNvPr id="24" name="Ink 23"/>
              <p14:cNvContentPartPr/>
              <p14:nvPr/>
            </p14:nvContentPartPr>
            <p14:xfrm>
              <a:off x="11254740" y="6457950"/>
              <a:ext cx="733425" cy="382905"/>
            </p14:xfrm>
          </p:contentPart>
        </mc:Choice>
        <mc:Fallback xmlns="">
          <p:pic>
            <p:nvPicPr>
              <p:cNvPr id="24" name="Ink 23"/>
            </p:nvPicPr>
            <p:blipFill>
              <a:blip r:embed="rId10"/>
            </p:blipFill>
            <p:spPr>
              <a:xfrm>
                <a:off x="11254740" y="6457950"/>
                <a:ext cx="733425" cy="382905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1" p14:bwMode="auto">
            <p14:nvContentPartPr>
              <p14:cNvPr id="25" name="Ink 24"/>
              <p14:cNvContentPartPr/>
              <p14:nvPr/>
            </p14:nvContentPartPr>
            <p14:xfrm>
              <a:off x="11026140" y="6601460"/>
              <a:ext cx="593090" cy="205740"/>
            </p14:xfrm>
          </p:contentPart>
        </mc:Choice>
        <mc:Fallback xmlns="">
          <p:pic>
            <p:nvPicPr>
              <p:cNvPr id="25" name="Ink 24"/>
            </p:nvPicPr>
            <p:blipFill>
              <a:blip r:embed="rId12"/>
            </p:blipFill>
            <p:spPr>
              <a:xfrm>
                <a:off x="11026140" y="6601460"/>
                <a:ext cx="593090" cy="205740"/>
              </a:xfrm>
              <a:prstGeom prst="rect"/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r:id="rId13" p14:bwMode="auto">
            <p14:nvContentPartPr>
              <p14:cNvPr id="26" name="Ink 25"/>
              <p14:cNvContentPartPr/>
              <p14:nvPr/>
            </p14:nvContentPartPr>
            <p14:xfrm>
              <a:off x="11046460" y="6601460"/>
              <a:ext cx="950595" cy="164465"/>
            </p14:xfrm>
          </p:contentPart>
        </mc:Choice>
        <mc:Fallback xmlns="">
          <p:pic>
            <p:nvPicPr>
              <p:cNvPr id="26" name="Ink 25"/>
            </p:nvPicPr>
            <p:blipFill>
              <a:blip r:embed="rId14"/>
            </p:blipFill>
            <p:spPr>
              <a:xfrm>
                <a:off x="11046460" y="6601460"/>
                <a:ext cx="950595" cy="164465"/>
              </a:xfrm>
              <a:prstGeom prst="rect"/>
            </p:spPr>
          </p:pic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4585</Words>
  <Application>WPS Presentation</Application>
  <PresentationFormat>On-screen Show (16:9)</PresentationFormat>
  <Paragraphs>277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32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39" baseType="lpstr">
      <vt:lpstr>Arial</vt:lpstr>
      <vt:lpstr>SimSun</vt:lpstr>
      <vt:lpstr>Wingdings</vt:lpstr>
      <vt:lpstr>Urbanist Bold</vt:lpstr>
      <vt:lpstr>Yu Gothic UI Semibold</vt:lpstr>
      <vt:lpstr>Urbanist Bold</vt:lpstr>
      <vt:lpstr>Urbanist Bold</vt:lpstr>
      <vt:lpstr>Urbanist ExtraBold</vt:lpstr>
      <vt:lpstr>Urbanist ExtraBold</vt:lpstr>
      <vt:lpstr>Urbanist ExtraBold</vt:lpstr>
      <vt:lpstr>Figtree</vt:lpstr>
      <vt:lpstr>Figtree</vt:lpstr>
      <vt:lpstr>Figtree</vt:lpstr>
      <vt:lpstr>Figtree Bold</vt:lpstr>
      <vt:lpstr>Figtree Bold</vt:lpstr>
      <vt:lpstr>Figtree Bold</vt:lpstr>
      <vt:lpstr>Red Hat Mono Medium</vt:lpstr>
      <vt:lpstr>Red Hat Mono Medium</vt:lpstr>
      <vt:lpstr>Red Hat Mono Medium</vt:lpstr>
      <vt:lpstr>Figtree SemiBold</vt:lpstr>
      <vt:lpstr>Figtree SemiBold</vt:lpstr>
      <vt:lpstr>Figtree SemiBold</vt:lpstr>
      <vt:lpstr>Urbanist SemiBold</vt:lpstr>
      <vt:lpstr>Urbanist SemiBold</vt:lpstr>
      <vt:lpstr>Urbanist SemiBold</vt:lpstr>
      <vt:lpstr>Calibri</vt:lpstr>
      <vt:lpstr>Segoe Print</vt:lpstr>
      <vt:lpstr>Microsoft YaHei</vt:lpstr>
      <vt:lpstr>Arial Unicode MS</vt:lpstr>
      <vt:lpstr>Microsoft JhengHei UI</vt:lpstr>
      <vt:lpstr>MingLiU-ExtB</vt:lpstr>
      <vt:lpstr>Calibri Light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Ashok Malame</cp:lastModifiedBy>
  <cp:revision>2</cp:revision>
  <dcterms:created xsi:type="dcterms:W3CDTF">2026-10-05T12:35:00Z</dcterms:created>
  <dcterms:modified xsi:type="dcterms:W3CDTF">2026-10-11T03:56:42Z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1033-12.1.0.29162</vt:lpwstr>
  </property>
  <property fmtid="{D5CDD505-2E9C-101B-9397-08002B2CF9AE}" pid="3" name="ICV">
    <vt:lpwstr>512ADE4CD0B74CB680052084906EDFB9_12</vt:lpwstr>
  </property>
</Properties>
</file>